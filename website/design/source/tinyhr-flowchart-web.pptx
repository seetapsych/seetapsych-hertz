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</p:sldIdLst>
  <p:sldSz cx="20116800" cy="10287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D6BA"/>
    <a:srgbClr val="2369D8"/>
    <a:srgbClr val="EDF5FF"/>
    <a:srgbClr val="657176"/>
    <a:srgbClr val="D1D1D1"/>
    <a:srgbClr val="FFF3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58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Zou et al., RhythmFormer: Extracting Patterned rPPG Signals based on Periodic Sparse Attention, Figure 3 and Sections 3.1-3.3, user-supplied PDF.</a:t>
            </a:r>
          </a:p>
          <a:p>
            <a:r>
              <a:t>- Implementation details: Section 4.2.</a:t>
            </a:r>
          </a:p>
          <a:p>
            <a:r>
              <a:t>- Parameter count: Table 14 (3.25M).</a:t>
            </a:r>
          </a:p>
          <a:p>
            <a:r>
              <a:t>- Input length: Table 11 (160 frames selected in experiments).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-1-number"/>
          <p:cNvSpPr>
            <a:spLocks noGrp="1"/>
          </p:cNvSpPr>
          <p:nvPr/>
        </p:nvSpPr>
        <p:spPr>
          <a:xfrm>
            <a:off x="16954500" y="381000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ctr">
              <a:lnSpc>
                <a:spcPct val="93000"/>
              </a:lnSpc>
              <a:buNone/>
              <a:defRPr sz="1875" b="1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718096"/>
                </a:solidFill>
                <a:latin typeface="Times New Roman" panose="02020503050405090304" charset="0"/>
                <a:ea typeface="Aptos"/>
                <a:cs typeface="Times New Roman" panose="02020503050405090304" charset="0"/>
              </a:rPr>
              <a:t>01</a:t>
            </a:r>
            <a:endParaRPr sz="1875" b="0">
              <a:solidFill>
                <a:srgbClr val="718096"/>
              </a:solidFill>
              <a:latin typeface="Times New Roman" panose="02020503050405090304" charset="0"/>
              <a:ea typeface="Aptos"/>
              <a:cs typeface="Times New Roman" panose="02020503050405090304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241555" y="520700"/>
            <a:ext cx="19651345" cy="8775700"/>
            <a:chOff x="-407" y="820"/>
            <a:chExt cx="30947" cy="13820"/>
          </a:xfrm>
        </p:grpSpPr>
        <p:sp>
          <p:nvSpPr>
            <p:cNvPr id="23" name="stage-2-panel"/>
            <p:cNvSpPr>
              <a:spLocks noGrp="1"/>
            </p:cNvSpPr>
            <p:nvPr/>
          </p:nvSpPr>
          <p:spPr>
            <a:xfrm>
              <a:off x="4635" y="2790"/>
              <a:ext cx="5310" cy="1185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19050">
              <a:solidFill>
                <a:srgbClr val="FF5A0A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overview-main-arrow-1"/>
            <p:cNvSpPr>
              <a:spLocks noGrp="1"/>
            </p:cNvSpPr>
            <p:nvPr/>
          </p:nvSpPr>
          <p:spPr>
            <a:xfrm>
              <a:off x="4126" y="8400"/>
              <a:ext cx="399" cy="454"/>
            </a:xfrm>
            <a:prstGeom prst="rightArrow">
              <a:avLst/>
            </a:prstGeom>
            <a:solidFill>
              <a:srgbClr val="092657"/>
            </a:solidFill>
            <a:ln w="4763">
              <a:solidFill>
                <a:srgbClr val="092657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overview-main-arrow-2"/>
            <p:cNvSpPr>
              <a:spLocks noGrp="1"/>
            </p:cNvSpPr>
            <p:nvPr/>
          </p:nvSpPr>
          <p:spPr>
            <a:xfrm>
              <a:off x="9932" y="8411"/>
              <a:ext cx="456" cy="454"/>
            </a:xfrm>
            <a:prstGeom prst="rightArrow">
              <a:avLst/>
            </a:prstGeom>
            <a:solidFill>
              <a:srgbClr val="092657"/>
            </a:solidFill>
            <a:ln w="4763">
              <a:solidFill>
                <a:srgbClr val="092657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overview-main-arrow-3"/>
            <p:cNvSpPr>
              <a:spLocks noGrp="1"/>
            </p:cNvSpPr>
            <p:nvPr/>
          </p:nvSpPr>
          <p:spPr>
            <a:xfrm>
              <a:off x="13766" y="8411"/>
              <a:ext cx="456" cy="454"/>
            </a:xfrm>
            <a:prstGeom prst="rightArrow">
              <a:avLst/>
            </a:prstGeom>
            <a:solidFill>
              <a:srgbClr val="092657"/>
            </a:solidFill>
            <a:ln w="4763">
              <a:solidFill>
                <a:srgbClr val="092657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overview-main-arrow-4"/>
            <p:cNvSpPr>
              <a:spLocks noGrp="1"/>
            </p:cNvSpPr>
            <p:nvPr/>
          </p:nvSpPr>
          <p:spPr>
            <a:xfrm>
              <a:off x="22397" y="8400"/>
              <a:ext cx="456" cy="454"/>
            </a:xfrm>
            <a:prstGeom prst="rightArrow">
              <a:avLst/>
            </a:prstGeom>
            <a:solidFill>
              <a:srgbClr val="092657"/>
            </a:solidFill>
            <a:ln w="4763">
              <a:solidFill>
                <a:srgbClr val="092657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overview-main-arrow-5"/>
            <p:cNvSpPr>
              <a:spLocks noGrp="1"/>
            </p:cNvSpPr>
            <p:nvPr/>
          </p:nvSpPr>
          <p:spPr>
            <a:xfrm>
              <a:off x="25899" y="8490"/>
              <a:ext cx="399" cy="454"/>
            </a:xfrm>
            <a:prstGeom prst="rightArrow">
              <a:avLst/>
            </a:prstGeom>
            <a:solidFill>
              <a:srgbClr val="092657"/>
            </a:solidFill>
            <a:ln w="4763">
              <a:solidFill>
                <a:srgbClr val="092657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predictor-down-1"/>
            <p:cNvSpPr>
              <a:spLocks noGrp="1"/>
            </p:cNvSpPr>
            <p:nvPr/>
          </p:nvSpPr>
          <p:spPr>
            <a:xfrm>
              <a:off x="24268" y="6820"/>
              <a:ext cx="211" cy="450"/>
            </a:xfrm>
            <a:prstGeom prst="downArrow">
              <a:avLst/>
            </a:prstGeom>
            <a:solidFill>
              <a:srgbClr val="092657"/>
            </a:solidFill>
            <a:ln w="4763">
              <a:solidFill>
                <a:srgbClr val="092657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predictor-down-2"/>
            <p:cNvSpPr>
              <a:spLocks noGrp="1"/>
            </p:cNvSpPr>
            <p:nvPr/>
          </p:nvSpPr>
          <p:spPr>
            <a:xfrm>
              <a:off x="24268" y="8890"/>
              <a:ext cx="211" cy="450"/>
            </a:xfrm>
            <a:prstGeom prst="downArrow">
              <a:avLst/>
            </a:prstGeom>
            <a:solidFill>
              <a:srgbClr val="092657"/>
            </a:solidFill>
            <a:ln w="4763">
              <a:solidFill>
                <a:srgbClr val="092657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post-down-1"/>
            <p:cNvSpPr>
              <a:spLocks noGrp="1"/>
            </p:cNvSpPr>
            <p:nvPr/>
          </p:nvSpPr>
          <p:spPr>
            <a:xfrm>
              <a:off x="28211" y="5865"/>
              <a:ext cx="211" cy="405"/>
            </a:xfrm>
            <a:prstGeom prst="downArrow">
              <a:avLst/>
            </a:prstGeom>
            <a:solidFill>
              <a:srgbClr val="092657"/>
            </a:solidFill>
            <a:ln w="4763">
              <a:solidFill>
                <a:srgbClr val="092657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post-down-2"/>
            <p:cNvSpPr>
              <a:spLocks noGrp="1"/>
            </p:cNvSpPr>
            <p:nvPr/>
          </p:nvSpPr>
          <p:spPr>
            <a:xfrm>
              <a:off x="28211" y="7740"/>
              <a:ext cx="211" cy="405"/>
            </a:xfrm>
            <a:prstGeom prst="downArrow">
              <a:avLst/>
            </a:prstGeom>
            <a:solidFill>
              <a:srgbClr val="092657"/>
            </a:solidFill>
            <a:ln w="4763">
              <a:solidFill>
                <a:srgbClr val="092657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stage-1-panel"/>
            <p:cNvSpPr>
              <a:spLocks noGrp="1"/>
            </p:cNvSpPr>
            <p:nvPr/>
          </p:nvSpPr>
          <p:spPr>
            <a:xfrm>
              <a:off x="-407" y="2790"/>
              <a:ext cx="4466" cy="11850"/>
            </a:xfrm>
            <a:prstGeom prst="roundRect">
              <a:avLst>
                <a:gd name="adj" fmla="val 7619"/>
              </a:avLst>
            </a:prstGeom>
            <a:solidFill>
              <a:srgbClr val="FFFFFF"/>
            </a:solidFill>
            <a:ln w="19050">
              <a:solidFill>
                <a:srgbClr val="FF5A0A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stage-1-badge"/>
            <p:cNvSpPr>
              <a:spLocks noGrp="1"/>
            </p:cNvSpPr>
            <p:nvPr/>
          </p:nvSpPr>
          <p:spPr>
            <a:xfrm>
              <a:off x="60" y="3045"/>
              <a:ext cx="456" cy="720"/>
            </a:xfrm>
            <a:prstGeom prst="roundRect">
              <a:avLst>
                <a:gd name="adj" fmla="val 20833"/>
              </a:avLst>
            </a:prstGeom>
            <a:solidFill>
              <a:srgbClr val="FF5A0A"/>
            </a:solidFill>
            <a:ln w="14288">
              <a:solidFill>
                <a:srgbClr val="FF5A0A"/>
              </a:solidFill>
              <a:prstDash val="solid"/>
            </a:ln>
          </p:spPr>
          <p:txBody>
            <a:bodyPr wrap="square" lIns="57150" tIns="47625" rIns="57150" bIns="47625" anchor="ctr">
              <a:normAutofit fontScale="94949"/>
            </a:bodyPr>
            <a:lstStyle/>
            <a:p>
              <a:pPr algn="ctr">
                <a:lnSpc>
                  <a:spcPct val="91000"/>
                </a:lnSpc>
                <a:buNone/>
                <a:defRPr sz="2325" b="1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  <a:r>
                <a:rPr sz="2325" b="0">
                  <a:solidFill>
                    <a:srgbClr val="FFFFFF"/>
                  </a:solidFill>
                  <a:latin typeface="Times New Roman" panose="02020503050405090304" charset="0"/>
                  <a:ea typeface="Aptos"/>
                  <a:cs typeface="Times New Roman" panose="02020503050405090304" charset="0"/>
                </a:rPr>
                <a:t>1</a:t>
              </a:r>
              <a:endParaRPr sz="2325" b="0">
                <a:solidFill>
                  <a:srgbClr val="FFFFFF"/>
                </a:solidFill>
                <a:latin typeface="Times New Roman" panose="02020503050405090304" charset="0"/>
                <a:ea typeface="Aptos"/>
                <a:cs typeface="Times New Roman" panose="02020503050405090304" charset="0"/>
              </a:endParaRPr>
            </a:p>
          </p:txBody>
        </p:sp>
        <p:sp>
          <p:nvSpPr>
            <p:cNvPr id="21" name="stage-1-title"/>
            <p:cNvSpPr>
              <a:spLocks noGrp="1"/>
            </p:cNvSpPr>
            <p:nvPr/>
          </p:nvSpPr>
          <p:spPr>
            <a:xfrm>
              <a:off x="613" y="3015"/>
              <a:ext cx="2934" cy="78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38100" tIns="28575" rIns="38100" bIns="28575" anchor="ctr"/>
            <a:lstStyle/>
            <a:p>
              <a:pPr algn="ctr">
                <a:lnSpc>
                  <a:spcPct val="93000"/>
                </a:lnSpc>
                <a:buNone/>
                <a:defRPr sz="1950" b="1">
                  <a:solidFill>
                    <a:srgbClr val="092657"/>
                  </a:solidFill>
                  <a:latin typeface="Aptos"/>
                  <a:ea typeface="Aptos"/>
                  <a:cs typeface="Aptos"/>
                </a:defRPr>
              </a:pPr>
              <a:r>
                <a:rPr sz="2400">
                  <a:solidFill>
                    <a:srgbClr val="092657"/>
                  </a:solidFill>
                  <a:latin typeface="Times New Roman" panose="02020503050405090304" charset="0"/>
                  <a:ea typeface="Aptos"/>
                  <a:cs typeface="Times New Roman" panose="02020503050405090304" charset="0"/>
                </a:rPr>
                <a:t>Input Video</a:t>
              </a:r>
              <a:endParaRPr sz="2400">
                <a:solidFill>
                  <a:srgbClr val="092657"/>
                </a:solidFill>
                <a:latin typeface="Times New Roman" panose="02020503050405090304" charset="0"/>
                <a:ea typeface="Aptos"/>
                <a:cs typeface="Times New Roman" panose="02020503050405090304" charset="0"/>
              </a:endParaRPr>
            </a:p>
          </p:txBody>
        </p:sp>
        <p:sp>
          <p:nvSpPr>
            <p:cNvPr id="22" name="stage-1-footer-rule"/>
            <p:cNvSpPr>
              <a:spLocks noGrp="1"/>
            </p:cNvSpPr>
            <p:nvPr/>
          </p:nvSpPr>
          <p:spPr>
            <a:xfrm>
              <a:off x="613" y="13340"/>
              <a:ext cx="2620" cy="0"/>
            </a:xfrm>
            <a:prstGeom prst="line">
              <a:avLst/>
            </a:prstGeom>
            <a:noFill/>
            <a:ln w="11430">
              <a:solidFill>
                <a:srgbClr val="D7DEE8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stage-2-badge"/>
            <p:cNvSpPr>
              <a:spLocks noGrp="1"/>
            </p:cNvSpPr>
            <p:nvPr/>
          </p:nvSpPr>
          <p:spPr>
            <a:xfrm>
              <a:off x="5321" y="3060"/>
              <a:ext cx="456" cy="720"/>
            </a:xfrm>
            <a:prstGeom prst="roundRect">
              <a:avLst>
                <a:gd name="adj" fmla="val 20833"/>
              </a:avLst>
            </a:prstGeom>
            <a:solidFill>
              <a:srgbClr val="FF5A0A"/>
            </a:solidFill>
            <a:ln w="14288">
              <a:solidFill>
                <a:srgbClr val="FF5A0A"/>
              </a:solidFill>
              <a:prstDash val="solid"/>
            </a:ln>
          </p:spPr>
          <p:txBody>
            <a:bodyPr wrap="square" lIns="57150" tIns="47625" rIns="57150" bIns="47625" anchor="ctr">
              <a:normAutofit fontScale="94949"/>
            </a:bodyPr>
            <a:lstStyle/>
            <a:p>
              <a:pPr algn="ctr">
                <a:lnSpc>
                  <a:spcPct val="91000"/>
                </a:lnSpc>
                <a:buNone/>
                <a:defRPr sz="2325" b="1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  <a:r>
                <a:rPr sz="2325" b="0">
                  <a:solidFill>
                    <a:srgbClr val="FFFFFF"/>
                  </a:solidFill>
                  <a:latin typeface="Times New Roman" panose="02020503050405090304" charset="0"/>
                  <a:ea typeface="Aptos"/>
                  <a:cs typeface="Times New Roman" panose="02020503050405090304" charset="0"/>
                </a:rPr>
                <a:t>2</a:t>
              </a:r>
              <a:endParaRPr sz="2325" b="0">
                <a:solidFill>
                  <a:srgbClr val="FFFFFF"/>
                </a:solidFill>
                <a:latin typeface="Times New Roman" panose="02020503050405090304" charset="0"/>
                <a:ea typeface="Aptos"/>
                <a:cs typeface="Times New Roman" panose="02020503050405090304" charset="0"/>
              </a:endParaRPr>
            </a:p>
          </p:txBody>
        </p:sp>
        <p:sp>
          <p:nvSpPr>
            <p:cNvPr id="25" name="stage-2-title"/>
            <p:cNvSpPr>
              <a:spLocks noGrp="1"/>
            </p:cNvSpPr>
            <p:nvPr/>
          </p:nvSpPr>
          <p:spPr>
            <a:xfrm>
              <a:off x="5803" y="3000"/>
              <a:ext cx="2951" cy="78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38100" tIns="28575" rIns="38100" bIns="28575" anchor="ctr"/>
            <a:lstStyle/>
            <a:p>
              <a:pPr algn="ctr">
                <a:lnSpc>
                  <a:spcPct val="93000"/>
                </a:lnSpc>
                <a:buNone/>
                <a:defRPr sz="1950" b="1">
                  <a:solidFill>
                    <a:srgbClr val="092657"/>
                  </a:solidFill>
                  <a:latin typeface="Aptos"/>
                  <a:ea typeface="Aptos"/>
                  <a:cs typeface="Aptos"/>
                </a:defRPr>
              </a:pPr>
              <a:r>
                <a:rPr sz="2400">
                  <a:solidFill>
                    <a:srgbClr val="092657"/>
                  </a:solidFill>
                  <a:latin typeface="Times New Roman" panose="02020503050405090304" charset="0"/>
                  <a:ea typeface="Aptos"/>
                  <a:cs typeface="Times New Roman" panose="02020503050405090304" charset="0"/>
                </a:rPr>
                <a:t>Fusion Stem</a:t>
              </a:r>
              <a:endParaRPr sz="2400">
                <a:solidFill>
                  <a:srgbClr val="092657"/>
                </a:solidFill>
                <a:latin typeface="Times New Roman" panose="02020503050405090304" charset="0"/>
                <a:ea typeface="Aptos"/>
                <a:cs typeface="Times New Roman" panose="02020503050405090304" charset="0"/>
              </a:endParaRPr>
            </a:p>
          </p:txBody>
        </p:sp>
        <p:sp>
          <p:nvSpPr>
            <p:cNvPr id="26" name="stage-2-footer-rule"/>
            <p:cNvSpPr>
              <a:spLocks noGrp="1"/>
            </p:cNvSpPr>
            <p:nvPr/>
          </p:nvSpPr>
          <p:spPr>
            <a:xfrm>
              <a:off x="5225" y="13320"/>
              <a:ext cx="4448" cy="1"/>
            </a:xfrm>
            <a:prstGeom prst="line">
              <a:avLst/>
            </a:prstGeom>
            <a:noFill/>
            <a:ln w="11430">
              <a:solidFill>
                <a:srgbClr val="D7DEE8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stage-3-panel"/>
            <p:cNvSpPr>
              <a:spLocks noGrp="1"/>
            </p:cNvSpPr>
            <p:nvPr/>
          </p:nvSpPr>
          <p:spPr>
            <a:xfrm>
              <a:off x="10430" y="2790"/>
              <a:ext cx="3336" cy="11850"/>
            </a:xfrm>
            <a:prstGeom prst="roundRect">
              <a:avLst>
                <a:gd name="adj" fmla="val 6957"/>
              </a:avLst>
            </a:prstGeom>
            <a:solidFill>
              <a:srgbClr val="FFFFFF"/>
            </a:solidFill>
            <a:ln w="19050">
              <a:solidFill>
                <a:srgbClr val="FF5A0A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stage-3-badge"/>
            <p:cNvSpPr>
              <a:spLocks noGrp="1"/>
            </p:cNvSpPr>
            <p:nvPr/>
          </p:nvSpPr>
          <p:spPr>
            <a:xfrm>
              <a:off x="10570" y="3000"/>
              <a:ext cx="456" cy="720"/>
            </a:xfrm>
            <a:prstGeom prst="roundRect">
              <a:avLst>
                <a:gd name="adj" fmla="val 20833"/>
              </a:avLst>
            </a:prstGeom>
            <a:solidFill>
              <a:srgbClr val="FF5A0A"/>
            </a:solidFill>
            <a:ln w="14288">
              <a:solidFill>
                <a:srgbClr val="FF5A0A"/>
              </a:solidFill>
              <a:prstDash val="solid"/>
            </a:ln>
          </p:spPr>
          <p:txBody>
            <a:bodyPr wrap="square" lIns="57150" tIns="47625" rIns="57150" bIns="47625" anchor="ctr">
              <a:normAutofit fontScale="94949"/>
            </a:bodyPr>
            <a:lstStyle/>
            <a:p>
              <a:pPr algn="ctr">
                <a:lnSpc>
                  <a:spcPct val="91000"/>
                </a:lnSpc>
                <a:buNone/>
                <a:defRPr sz="2325" b="1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  <a:r>
                <a:rPr sz="2325" b="0">
                  <a:solidFill>
                    <a:srgbClr val="FFFFFF"/>
                  </a:solidFill>
                  <a:latin typeface="Times New Roman" panose="02020503050405090304" charset="0"/>
                  <a:ea typeface="Aptos"/>
                  <a:cs typeface="Times New Roman" panose="02020503050405090304" charset="0"/>
                </a:rPr>
                <a:t>3</a:t>
              </a:r>
              <a:endParaRPr sz="2325" b="0">
                <a:solidFill>
                  <a:srgbClr val="FFFFFF"/>
                </a:solidFill>
                <a:latin typeface="Times New Roman" panose="02020503050405090304" charset="0"/>
                <a:ea typeface="Aptos"/>
                <a:cs typeface="Times New Roman" panose="02020503050405090304" charset="0"/>
              </a:endParaRPr>
            </a:p>
          </p:txBody>
        </p:sp>
        <p:sp>
          <p:nvSpPr>
            <p:cNvPr id="29" name="stage-3-title"/>
            <p:cNvSpPr>
              <a:spLocks noGrp="1"/>
            </p:cNvSpPr>
            <p:nvPr/>
          </p:nvSpPr>
          <p:spPr>
            <a:xfrm>
              <a:off x="11119" y="3054"/>
              <a:ext cx="2199" cy="78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38100" tIns="28575" rIns="38100" bIns="28575" anchor="ctr"/>
            <a:lstStyle/>
            <a:p>
              <a:pPr algn="ctr">
                <a:lnSpc>
                  <a:spcPct val="93000"/>
                </a:lnSpc>
                <a:buNone/>
                <a:defRPr sz="1950" b="1">
                  <a:solidFill>
                    <a:srgbClr val="092657"/>
                  </a:solidFill>
                  <a:latin typeface="Aptos"/>
                  <a:ea typeface="Aptos"/>
                  <a:cs typeface="Aptos"/>
                </a:defRPr>
              </a:pPr>
              <a:r>
                <a:rPr sz="2000">
                  <a:solidFill>
                    <a:srgbClr val="092657"/>
                  </a:solidFill>
                  <a:latin typeface="Times New Roman" panose="02020503050405090304" charset="0"/>
                  <a:ea typeface="Aptos"/>
                  <a:cs typeface="Times New Roman" panose="02020503050405090304" charset="0"/>
                </a:rPr>
                <a:t>Patch Embedding</a:t>
              </a:r>
              <a:endParaRPr sz="2000">
                <a:solidFill>
                  <a:srgbClr val="092657"/>
                </a:solidFill>
                <a:latin typeface="Times New Roman" panose="02020503050405090304" charset="0"/>
                <a:ea typeface="Aptos"/>
                <a:cs typeface="Times New Roman" panose="02020503050405090304" charset="0"/>
              </a:endParaRPr>
            </a:p>
          </p:txBody>
        </p:sp>
        <p:sp>
          <p:nvSpPr>
            <p:cNvPr id="30" name="stage-3-footer-rule"/>
            <p:cNvSpPr>
              <a:spLocks noGrp="1"/>
            </p:cNvSpPr>
            <p:nvPr/>
          </p:nvSpPr>
          <p:spPr>
            <a:xfrm>
              <a:off x="10517" y="13320"/>
              <a:ext cx="2921" cy="0"/>
            </a:xfrm>
            <a:prstGeom prst="line">
              <a:avLst/>
            </a:prstGeom>
            <a:noFill/>
            <a:ln w="11430">
              <a:solidFill>
                <a:srgbClr val="D7DEE8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stage-4-panel"/>
            <p:cNvSpPr>
              <a:spLocks noGrp="1"/>
            </p:cNvSpPr>
            <p:nvPr/>
          </p:nvSpPr>
          <p:spPr>
            <a:xfrm>
              <a:off x="14249" y="2790"/>
              <a:ext cx="8149" cy="11850"/>
            </a:xfrm>
            <a:prstGeom prst="roundRect">
              <a:avLst>
                <a:gd name="adj" fmla="val 2857"/>
              </a:avLst>
            </a:prstGeom>
            <a:solidFill>
              <a:srgbClr val="FFFFFF"/>
            </a:solidFill>
            <a:ln w="19050">
              <a:solidFill>
                <a:srgbClr val="FF5A0A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stage-4-badge"/>
            <p:cNvSpPr>
              <a:spLocks noGrp="1"/>
            </p:cNvSpPr>
            <p:nvPr/>
          </p:nvSpPr>
          <p:spPr>
            <a:xfrm>
              <a:off x="14448" y="3000"/>
              <a:ext cx="456" cy="720"/>
            </a:xfrm>
            <a:prstGeom prst="roundRect">
              <a:avLst>
                <a:gd name="adj" fmla="val 20833"/>
              </a:avLst>
            </a:prstGeom>
            <a:solidFill>
              <a:srgbClr val="FF5A0A"/>
            </a:solidFill>
            <a:ln w="14288">
              <a:solidFill>
                <a:srgbClr val="FF5A0A"/>
              </a:solidFill>
              <a:prstDash val="solid"/>
            </a:ln>
          </p:spPr>
          <p:txBody>
            <a:bodyPr wrap="square" lIns="57150" tIns="47625" rIns="57150" bIns="47625" anchor="ctr">
              <a:normAutofit fontScale="94949"/>
            </a:bodyPr>
            <a:lstStyle/>
            <a:p>
              <a:pPr algn="ctr">
                <a:lnSpc>
                  <a:spcPct val="91000"/>
                </a:lnSpc>
                <a:buNone/>
                <a:defRPr sz="2325" b="1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  <a:r>
                <a:rPr sz="2325" b="0">
                  <a:solidFill>
                    <a:srgbClr val="FFFFFF"/>
                  </a:solidFill>
                  <a:latin typeface="Times New Roman" panose="02020503050405090304" charset="0"/>
                  <a:ea typeface="Aptos"/>
                  <a:cs typeface="Times New Roman" panose="02020503050405090304" charset="0"/>
                </a:rPr>
                <a:t>4</a:t>
              </a:r>
              <a:endParaRPr sz="2325" b="0">
                <a:solidFill>
                  <a:srgbClr val="FFFFFF"/>
                </a:solidFill>
                <a:latin typeface="Times New Roman" panose="02020503050405090304" charset="0"/>
                <a:ea typeface="Aptos"/>
                <a:cs typeface="Times New Roman" panose="02020503050405090304" charset="0"/>
              </a:endParaRPr>
            </a:p>
          </p:txBody>
        </p:sp>
        <p:sp>
          <p:nvSpPr>
            <p:cNvPr id="33" name="stage-4-title"/>
            <p:cNvSpPr>
              <a:spLocks noGrp="1"/>
            </p:cNvSpPr>
            <p:nvPr/>
          </p:nvSpPr>
          <p:spPr>
            <a:xfrm>
              <a:off x="14598" y="2970"/>
              <a:ext cx="8016" cy="8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38100" tIns="28575" rIns="38100" bIns="28575" anchor="ctr"/>
            <a:lstStyle/>
            <a:p>
              <a:pPr algn="ctr">
                <a:lnSpc>
                  <a:spcPct val="93000"/>
                </a:lnSpc>
                <a:buNone/>
                <a:defRPr sz="1650" b="1">
                  <a:solidFill>
                    <a:srgbClr val="092657"/>
                  </a:solidFill>
                  <a:latin typeface="Aptos"/>
                  <a:ea typeface="Aptos"/>
                  <a:cs typeface="Aptos"/>
                </a:defRPr>
              </a:pPr>
              <a:r>
                <a:rPr sz="2400">
                  <a:solidFill>
                    <a:srgbClr val="092657"/>
                  </a:solidFill>
                  <a:latin typeface="Times New Roman" panose="02020503050405090304" charset="0"/>
                  <a:ea typeface="Aptos"/>
                  <a:cs typeface="Times New Roman" panose="02020503050405090304" charset="0"/>
                </a:rPr>
                <a:t>Hierarchical Temporal </a:t>
              </a:r>
              <a:r>
                <a:rPr lang="en-US" sz="2400">
                  <a:solidFill>
                    <a:srgbClr val="092657"/>
                  </a:solidFill>
                  <a:latin typeface="Times New Roman" panose="02020503050405090304" charset="0"/>
                  <a:ea typeface="Aptos"/>
                  <a:cs typeface="Times New Roman" panose="02020503050405090304" charset="0"/>
                </a:rPr>
                <a:t>Modeling</a:t>
              </a:r>
              <a:endParaRPr lang="en-US" sz="2400">
                <a:solidFill>
                  <a:srgbClr val="092657"/>
                </a:solidFill>
                <a:latin typeface="Times New Roman" panose="02020503050405090304" charset="0"/>
                <a:ea typeface="Aptos"/>
                <a:cs typeface="Times New Roman" panose="02020503050405090304" charset="0"/>
              </a:endParaRPr>
            </a:p>
          </p:txBody>
        </p:sp>
        <p:sp>
          <p:nvSpPr>
            <p:cNvPr id="34" name="stage-4-footer-rule"/>
            <p:cNvSpPr>
              <a:spLocks noGrp="1"/>
            </p:cNvSpPr>
            <p:nvPr/>
          </p:nvSpPr>
          <p:spPr>
            <a:xfrm>
              <a:off x="14508" y="13320"/>
              <a:ext cx="7711" cy="1"/>
            </a:xfrm>
            <a:prstGeom prst="line">
              <a:avLst/>
            </a:prstGeom>
            <a:noFill/>
            <a:ln w="11430">
              <a:solidFill>
                <a:srgbClr val="D7DEE8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stage-5-panel"/>
            <p:cNvSpPr>
              <a:spLocks noGrp="1"/>
            </p:cNvSpPr>
            <p:nvPr/>
          </p:nvSpPr>
          <p:spPr>
            <a:xfrm>
              <a:off x="22877" y="2790"/>
              <a:ext cx="2992" cy="1185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9050">
              <a:solidFill>
                <a:srgbClr val="FF5A0A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stage-5-badge"/>
            <p:cNvSpPr>
              <a:spLocks noGrp="1"/>
            </p:cNvSpPr>
            <p:nvPr/>
          </p:nvSpPr>
          <p:spPr>
            <a:xfrm>
              <a:off x="23068" y="3000"/>
              <a:ext cx="456" cy="720"/>
            </a:xfrm>
            <a:prstGeom prst="roundRect">
              <a:avLst>
                <a:gd name="adj" fmla="val 20833"/>
              </a:avLst>
            </a:prstGeom>
            <a:solidFill>
              <a:srgbClr val="FF5A0A"/>
            </a:solidFill>
            <a:ln w="14288">
              <a:solidFill>
                <a:srgbClr val="FF5A0A"/>
              </a:solidFill>
              <a:prstDash val="solid"/>
            </a:ln>
          </p:spPr>
          <p:txBody>
            <a:bodyPr wrap="square" lIns="57150" tIns="47625" rIns="57150" bIns="47625" anchor="ctr">
              <a:normAutofit fontScale="94949"/>
            </a:bodyPr>
            <a:lstStyle/>
            <a:p>
              <a:pPr algn="ctr">
                <a:lnSpc>
                  <a:spcPct val="91000"/>
                </a:lnSpc>
                <a:buNone/>
                <a:defRPr sz="2325" b="1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  <a:r>
                <a:rPr sz="2325" b="0">
                  <a:solidFill>
                    <a:srgbClr val="FFFFFF"/>
                  </a:solidFill>
                  <a:latin typeface="Times New Roman" panose="02020503050405090304" charset="0"/>
                  <a:ea typeface="Aptos"/>
                  <a:cs typeface="Times New Roman" panose="02020503050405090304" charset="0"/>
                </a:rPr>
                <a:t>5</a:t>
              </a:r>
              <a:endParaRPr sz="2325" b="0">
                <a:solidFill>
                  <a:srgbClr val="FFFFFF"/>
                </a:solidFill>
                <a:latin typeface="Times New Roman" panose="02020503050405090304" charset="0"/>
                <a:ea typeface="Aptos"/>
                <a:cs typeface="Times New Roman" panose="02020503050405090304" charset="0"/>
              </a:endParaRPr>
            </a:p>
          </p:txBody>
        </p:sp>
        <p:sp>
          <p:nvSpPr>
            <p:cNvPr id="37" name="stage-5-title"/>
            <p:cNvSpPr>
              <a:spLocks noGrp="1"/>
            </p:cNvSpPr>
            <p:nvPr/>
          </p:nvSpPr>
          <p:spPr>
            <a:xfrm>
              <a:off x="23534" y="3054"/>
              <a:ext cx="1987" cy="78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38100" tIns="28575" rIns="38100" bIns="28575" anchor="ctr"/>
            <a:lstStyle/>
            <a:p>
              <a:pPr algn="ctr">
                <a:lnSpc>
                  <a:spcPct val="93000"/>
                </a:lnSpc>
                <a:buNone/>
                <a:defRPr sz="1950" b="1">
                  <a:solidFill>
                    <a:srgbClr val="092657"/>
                  </a:solidFill>
                  <a:latin typeface="Aptos"/>
                  <a:ea typeface="Aptos"/>
                  <a:cs typeface="Aptos"/>
                </a:defRPr>
              </a:pPr>
              <a:r>
                <a:rPr sz="2000">
                  <a:solidFill>
                    <a:srgbClr val="092657"/>
                  </a:solidFill>
                  <a:latin typeface="Times New Roman" panose="02020503050405090304" charset="0"/>
                  <a:ea typeface="Aptos"/>
                  <a:cs typeface="Times New Roman" panose="02020503050405090304" charset="0"/>
                </a:rPr>
                <a:t>rPPG Predictor</a:t>
              </a:r>
              <a:endParaRPr sz="2000">
                <a:solidFill>
                  <a:srgbClr val="092657"/>
                </a:solidFill>
                <a:latin typeface="Times New Roman" panose="02020503050405090304" charset="0"/>
                <a:ea typeface="Aptos"/>
                <a:cs typeface="Times New Roman" panose="02020503050405090304" charset="0"/>
              </a:endParaRPr>
            </a:p>
          </p:txBody>
        </p:sp>
        <p:sp>
          <p:nvSpPr>
            <p:cNvPr id="38" name="stage-5-footer-rule"/>
            <p:cNvSpPr>
              <a:spLocks noGrp="1"/>
            </p:cNvSpPr>
            <p:nvPr/>
          </p:nvSpPr>
          <p:spPr>
            <a:xfrm>
              <a:off x="23128" y="13320"/>
              <a:ext cx="2470" cy="0"/>
            </a:xfrm>
            <a:prstGeom prst="line">
              <a:avLst/>
            </a:prstGeom>
            <a:noFill/>
            <a:ln w="11430">
              <a:solidFill>
                <a:srgbClr val="D7DEE8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stage-6-panel"/>
            <p:cNvSpPr>
              <a:spLocks noGrp="1"/>
            </p:cNvSpPr>
            <p:nvPr/>
          </p:nvSpPr>
          <p:spPr>
            <a:xfrm>
              <a:off x="26328" y="2790"/>
              <a:ext cx="4213" cy="11850"/>
            </a:xfrm>
            <a:prstGeom prst="roundRect">
              <a:avLst>
                <a:gd name="adj" fmla="val 5926"/>
              </a:avLst>
            </a:prstGeom>
            <a:solidFill>
              <a:srgbClr val="FFFFFF"/>
            </a:solidFill>
            <a:ln w="19050">
              <a:solidFill>
                <a:srgbClr val="718096"/>
              </a:solidFill>
              <a:prstDash val="dash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stage-6-badge"/>
            <p:cNvSpPr>
              <a:spLocks noGrp="1"/>
            </p:cNvSpPr>
            <p:nvPr/>
          </p:nvSpPr>
          <p:spPr>
            <a:xfrm>
              <a:off x="26494" y="3000"/>
              <a:ext cx="456" cy="720"/>
            </a:xfrm>
            <a:prstGeom prst="roundRect">
              <a:avLst>
                <a:gd name="adj" fmla="val 20833"/>
              </a:avLst>
            </a:prstGeom>
            <a:solidFill>
              <a:srgbClr val="45536A"/>
            </a:solidFill>
            <a:ln w="14288">
              <a:solidFill>
                <a:srgbClr val="45536A"/>
              </a:solidFill>
              <a:prstDash val="solid"/>
            </a:ln>
          </p:spPr>
          <p:txBody>
            <a:bodyPr wrap="square" lIns="57150" tIns="47625" rIns="57150" bIns="47625" anchor="ctr">
              <a:normAutofit fontScale="94949"/>
            </a:bodyPr>
            <a:lstStyle/>
            <a:p>
              <a:pPr algn="ctr">
                <a:lnSpc>
                  <a:spcPct val="91000"/>
                </a:lnSpc>
                <a:buNone/>
                <a:defRPr sz="2325" b="1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  <a:r>
                <a:rPr sz="2325" b="0">
                  <a:solidFill>
                    <a:srgbClr val="FFFFFF"/>
                  </a:solidFill>
                  <a:latin typeface="Times New Roman" panose="02020503050405090304" charset="0"/>
                  <a:ea typeface="Aptos"/>
                  <a:cs typeface="Times New Roman" panose="02020503050405090304" charset="0"/>
                </a:rPr>
                <a:t>6</a:t>
              </a:r>
              <a:endParaRPr sz="2325" b="0">
                <a:solidFill>
                  <a:srgbClr val="FFFFFF"/>
                </a:solidFill>
                <a:latin typeface="Times New Roman" panose="02020503050405090304" charset="0"/>
                <a:ea typeface="Aptos"/>
                <a:cs typeface="Times New Roman" panose="02020503050405090304" charset="0"/>
              </a:endParaRPr>
            </a:p>
          </p:txBody>
        </p:sp>
        <p:sp>
          <p:nvSpPr>
            <p:cNvPr id="41" name="stage-6-title"/>
            <p:cNvSpPr>
              <a:spLocks noGrp="1"/>
            </p:cNvSpPr>
            <p:nvPr/>
          </p:nvSpPr>
          <p:spPr>
            <a:xfrm>
              <a:off x="26950" y="2940"/>
              <a:ext cx="3591" cy="78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38100" tIns="28575" rIns="38100" bIns="28575" anchor="ctr"/>
            <a:lstStyle/>
            <a:p>
              <a:pPr algn="ctr">
                <a:lnSpc>
                  <a:spcPct val="93000"/>
                </a:lnSpc>
                <a:buNone/>
                <a:defRPr sz="1950" b="1">
                  <a:solidFill>
                    <a:srgbClr val="092657"/>
                  </a:solidFill>
                  <a:latin typeface="Aptos"/>
                  <a:ea typeface="Aptos"/>
                  <a:cs typeface="Aptos"/>
                </a:defRPr>
              </a:pPr>
              <a:r>
                <a:rPr sz="2000">
                  <a:solidFill>
                    <a:srgbClr val="092657"/>
                  </a:solidFill>
                  <a:latin typeface="Times New Roman" panose="02020503050405090304" charset="0"/>
                  <a:ea typeface="Aptos"/>
                  <a:cs typeface="Times New Roman" panose="02020503050405090304" charset="0"/>
                </a:rPr>
                <a:t>HR Post-processing</a:t>
              </a:r>
              <a:endParaRPr sz="2000">
                <a:solidFill>
                  <a:srgbClr val="092657"/>
                </a:solidFill>
                <a:latin typeface="Times New Roman" panose="02020503050405090304" charset="0"/>
                <a:ea typeface="Aptos"/>
                <a:cs typeface="Times New Roman" panose="02020503050405090304" charset="0"/>
              </a:endParaRPr>
            </a:p>
          </p:txBody>
        </p:sp>
        <p:sp>
          <p:nvSpPr>
            <p:cNvPr id="42" name="stage-6-footer-rule"/>
            <p:cNvSpPr>
              <a:spLocks noGrp="1"/>
            </p:cNvSpPr>
            <p:nvPr/>
          </p:nvSpPr>
          <p:spPr>
            <a:xfrm>
              <a:off x="26668" y="13320"/>
              <a:ext cx="3524" cy="0"/>
            </a:xfrm>
            <a:prstGeom prst="line">
              <a:avLst/>
            </a:prstGeom>
            <a:noFill/>
            <a:ln w="11430">
              <a:solidFill>
                <a:srgbClr val="D7DEE8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input-crop"/>
            <p:cNvSpPr>
              <a:spLocks noGrp="1"/>
            </p:cNvSpPr>
            <p:nvPr/>
          </p:nvSpPr>
          <p:spPr>
            <a:xfrm>
              <a:off x="-54" y="9829"/>
              <a:ext cx="3806" cy="2041"/>
            </a:xfrm>
            <a:prstGeom prst="roundRect">
              <a:avLst>
                <a:gd name="adj" fmla="val 13953"/>
              </a:avLst>
            </a:prstGeom>
          </p:spPr>
          <p:style>
            <a:lnRef idx="0">
              <a:srgbClr val="FFFFFF"/>
            </a:lnRef>
            <a:fillRef idx="2">
              <a:schemeClr val="accent2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lIns="57150" tIns="47625" rIns="57150" bIns="47625" anchor="ctr"/>
            <a:lstStyle/>
            <a:p>
              <a:pPr algn="ctr">
                <a:lnSpc>
                  <a:spcPct val="91000"/>
                </a:lnSpc>
                <a:buNone/>
                <a:defRPr sz="1650" b="1">
                  <a:solidFill>
                    <a:srgbClr val="092657"/>
                  </a:solidFill>
                  <a:latin typeface="Aptos"/>
                  <a:ea typeface="Aptos"/>
                  <a:cs typeface="Aptos"/>
                </a:defRPr>
              </a:pPr>
              <a:r>
                <a:rPr lang="en-US" sz="2000" dirty="0">
                  <a:solidFill>
                    <a:schemeClr val="tx1"/>
                  </a:solidFill>
                  <a:latin typeface="Times New Roman" panose="02020503050405090304" charset="0"/>
                  <a:ea typeface="Aptos"/>
                  <a:cs typeface="Times New Roman" panose="02020503050405090304" charset="0"/>
                </a:rPr>
                <a:t>Face Detection </a:t>
              </a:r>
              <a:endParaRPr lang="en-US" sz="2000" dirty="0">
                <a:solidFill>
                  <a:schemeClr val="tx1"/>
                </a:solidFill>
                <a:latin typeface="Times New Roman" panose="02020503050405090304" charset="0"/>
                <a:ea typeface="Aptos"/>
                <a:cs typeface="Times New Roman" panose="02020503050405090304" charset="0"/>
              </a:endParaRPr>
            </a:p>
            <a:p>
              <a:pPr algn="ctr">
                <a:lnSpc>
                  <a:spcPct val="91000"/>
                </a:lnSpc>
                <a:buNone/>
                <a:defRPr sz="1650" b="1">
                  <a:solidFill>
                    <a:srgbClr val="092657"/>
                  </a:solidFill>
                  <a:latin typeface="Aptos"/>
                  <a:ea typeface="Aptos"/>
                  <a:cs typeface="Aptos"/>
                </a:defRPr>
              </a:pPr>
              <a:r>
                <a:rPr lang="en-US" sz="2000" dirty="0">
                  <a:solidFill>
                    <a:schemeClr val="tx1"/>
                  </a:solidFill>
                  <a:latin typeface="Times New Roman" panose="02020503050405090304" charset="0"/>
                  <a:ea typeface="Aptos"/>
                  <a:cs typeface="Times New Roman" panose="02020503050405090304" charset="0"/>
                </a:rPr>
                <a:t>&amp; </a:t>
              </a:r>
              <a:r>
                <a:rPr lang="en-US" sz="2000" dirty="0" err="1">
                  <a:solidFill>
                    <a:schemeClr val="tx1"/>
                  </a:solidFill>
                  <a:latin typeface="Times New Roman" panose="02020503050405090304" charset="0"/>
                  <a:ea typeface="Aptos"/>
                  <a:cs typeface="Times New Roman" panose="02020503050405090304" charset="0"/>
                </a:rPr>
                <a:t>BBox</a:t>
              </a:r>
              <a:r>
                <a:rPr lang="en-US" sz="2000" dirty="0">
                  <a:solidFill>
                    <a:schemeClr val="tx1"/>
                  </a:solidFill>
                  <a:latin typeface="Times New Roman" panose="02020503050405090304" charset="0"/>
                  <a:ea typeface="Aptos"/>
                  <a:cs typeface="Times New Roman" panose="02020503050405090304" charset="0"/>
                </a:rPr>
                <a:t> Expansion &amp; C</a:t>
              </a:r>
              <a:r>
                <a:rPr lang="en-US" altLang="zh-CN" sz="2000" dirty="0">
                  <a:solidFill>
                    <a:schemeClr val="tx1"/>
                  </a:solidFill>
                  <a:latin typeface="Times New Roman" panose="02020503050405090304" charset="0"/>
                  <a:ea typeface="Aptos"/>
                  <a:cs typeface="Times New Roman" panose="02020503050405090304" charset="0"/>
                </a:rPr>
                <a:t>rop and Resize</a:t>
              </a:r>
              <a:endParaRPr lang="en-US" sz="2000" dirty="0">
                <a:solidFill>
                  <a:schemeClr val="tx1"/>
                </a:solidFill>
                <a:latin typeface="Times New Roman" panose="02020503050405090304" charset="0"/>
                <a:ea typeface="Aptos"/>
                <a:cs typeface="Times New Roman" panose="02020503050405090304" charset="0"/>
              </a:endParaRPr>
            </a:p>
          </p:txBody>
        </p:sp>
        <p:sp>
          <p:nvSpPr>
            <p:cNvPr id="65" name="input-fixed-note"/>
            <p:cNvSpPr>
              <a:spLocks noGrp="1"/>
            </p:cNvSpPr>
            <p:nvPr/>
          </p:nvSpPr>
          <p:spPr>
            <a:xfrm>
              <a:off x="-127" y="13487"/>
              <a:ext cx="3999" cy="84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38100" tIns="28575" rIns="38100" bIns="28575" anchor="ctr"/>
            <a:lstStyle/>
            <a:p>
              <a:pPr algn="ctr">
                <a:lnSpc>
                  <a:spcPct val="93000"/>
                </a:lnSpc>
                <a:buNone/>
                <a:defRPr sz="1350" b="1">
                  <a:solidFill>
                    <a:srgbClr val="45536A"/>
                  </a:solidFill>
                  <a:latin typeface="Aptos"/>
                  <a:ea typeface="Aptos"/>
                  <a:cs typeface="Aptos"/>
                </a:defRPr>
              </a:pPr>
              <a:r>
                <a:rPr lang="en-US" sz="1800" dirty="0">
                  <a:solidFill>
                    <a:srgbClr val="45536A"/>
                  </a:solidFill>
                  <a:latin typeface="Times New Roman" panose="02020503050405090304" charset="0"/>
                  <a:ea typeface="Aptos"/>
                  <a:cs typeface="Times New Roman" panose="02020503050405090304" charset="0"/>
                </a:rPr>
                <a:t>cropped facial sequence</a:t>
              </a:r>
              <a:endParaRPr lang="en-US" sz="1800" dirty="0">
                <a:solidFill>
                  <a:srgbClr val="45536A"/>
                </a:solidFill>
                <a:latin typeface="Times New Roman" panose="02020503050405090304" charset="0"/>
                <a:ea typeface="Aptos"/>
                <a:cs typeface="Times New Roman" panose="02020503050405090304" charset="0"/>
              </a:endParaRPr>
            </a:p>
          </p:txBody>
        </p:sp>
        <p:sp>
          <p:nvSpPr>
            <p:cNvPr id="75" name="fusion-note"/>
            <p:cNvSpPr>
              <a:spLocks noGrp="1"/>
            </p:cNvSpPr>
            <p:nvPr/>
          </p:nvSpPr>
          <p:spPr>
            <a:xfrm>
              <a:off x="5224" y="13487"/>
              <a:ext cx="4389" cy="84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38100" tIns="28575" rIns="38100" bIns="28575" anchor="ctr"/>
            <a:lstStyle/>
            <a:p>
              <a:pPr algn="ctr">
                <a:lnSpc>
                  <a:spcPct val="93000"/>
                </a:lnSpc>
                <a:buNone/>
                <a:defRPr sz="1350" b="1">
                  <a:solidFill>
                    <a:srgbClr val="45536A"/>
                  </a:solidFill>
                  <a:latin typeface="Aptos"/>
                  <a:ea typeface="Aptos"/>
                  <a:cs typeface="Aptos"/>
                </a:defRPr>
              </a:pPr>
              <a:r>
                <a:rPr lang="en-US" sz="1800" dirty="0">
                  <a:solidFill>
                    <a:srgbClr val="45536A"/>
                  </a:solidFill>
                  <a:latin typeface="Times New Roman" panose="02020503050405090304" charset="0"/>
                  <a:ea typeface="Aptos"/>
                  <a:cs typeface="Times New Roman" panose="02020503050405090304" charset="0"/>
                </a:rPr>
                <a:t>Temporal difference </a:t>
              </a:r>
              <a:r>
                <a:rPr sz="1800" dirty="0">
                  <a:solidFill>
                    <a:srgbClr val="45536A"/>
                  </a:solidFill>
                  <a:latin typeface="Times New Roman" panose="02020503050405090304" charset="0"/>
                  <a:ea typeface="Aptos"/>
                  <a:cs typeface="Times New Roman" panose="02020503050405090304" charset="0"/>
                </a:rPr>
                <a:t>features</a:t>
              </a:r>
              <a:endParaRPr sz="1800" dirty="0">
                <a:solidFill>
                  <a:srgbClr val="45536A"/>
                </a:solidFill>
                <a:latin typeface="Times New Roman" panose="02020503050405090304" charset="0"/>
                <a:ea typeface="Aptos"/>
                <a:cs typeface="Times New Roman" panose="02020503050405090304" charset="0"/>
              </a:endParaRPr>
            </a:p>
          </p:txBody>
        </p:sp>
        <p:sp>
          <p:nvSpPr>
            <p:cNvPr id="95" name="patch-note"/>
            <p:cNvSpPr>
              <a:spLocks noGrp="1"/>
            </p:cNvSpPr>
            <p:nvPr/>
          </p:nvSpPr>
          <p:spPr>
            <a:xfrm>
              <a:off x="10577" y="13487"/>
              <a:ext cx="3054" cy="84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38100" tIns="28575" rIns="38100" bIns="28575" anchor="ctr"/>
            <a:lstStyle/>
            <a:p>
              <a:pPr algn="ctr">
                <a:lnSpc>
                  <a:spcPct val="93000"/>
                </a:lnSpc>
                <a:buNone/>
                <a:defRPr sz="1350" b="1">
                  <a:solidFill>
                    <a:srgbClr val="45536A"/>
                  </a:solidFill>
                  <a:latin typeface="Aptos"/>
                  <a:ea typeface="Aptos"/>
                  <a:cs typeface="Aptos"/>
                </a:defRPr>
              </a:pPr>
              <a:r>
                <a:rPr sz="1600">
                  <a:solidFill>
                    <a:srgbClr val="45536A"/>
                  </a:solidFill>
                  <a:latin typeface="Times New Roman" panose="02020503050405090304" charset="0"/>
                  <a:ea typeface="Aptos"/>
                  <a:cs typeface="Times New Roman" panose="02020503050405090304" charset="0"/>
                </a:rPr>
                <a:t>No explicit positional embedding</a:t>
              </a:r>
              <a:endParaRPr sz="1600">
                <a:solidFill>
                  <a:srgbClr val="45536A"/>
                </a:solidFill>
                <a:latin typeface="Times New Roman" panose="02020503050405090304" charset="0"/>
                <a:ea typeface="Aptos"/>
                <a:cs typeface="Times New Roman" panose="02020503050405090304" charset="0"/>
              </a:endParaRPr>
            </a:p>
          </p:txBody>
        </p:sp>
        <p:sp>
          <p:nvSpPr>
            <p:cNvPr id="116" name="periodic-core-callout"/>
            <p:cNvSpPr>
              <a:spLocks noGrp="1"/>
            </p:cNvSpPr>
            <p:nvPr/>
          </p:nvSpPr>
          <p:spPr>
            <a:xfrm>
              <a:off x="14763" y="10380"/>
              <a:ext cx="7124" cy="990"/>
            </a:xfrm>
            <a:prstGeom prst="roundRect">
              <a:avLst>
                <a:gd name="adj" fmla="val 18182"/>
              </a:avLst>
            </a:prstGeom>
            <a:solidFill>
              <a:srgbClr val="FFF3EA"/>
            </a:solidFill>
            <a:ln w="14288">
              <a:solidFill>
                <a:srgbClr val="F2A06E"/>
              </a:solidFill>
              <a:prstDash val="solid"/>
            </a:ln>
          </p:spPr>
          <p:txBody>
            <a:bodyPr wrap="square" lIns="57150" tIns="47625" rIns="57150" bIns="47625" anchor="ctr">
              <a:normAutofit/>
            </a:bodyPr>
            <a:lstStyle/>
            <a:p>
              <a:pPr algn="ctr">
                <a:lnSpc>
                  <a:spcPct val="91000"/>
                </a:lnSpc>
                <a:buNone/>
                <a:defRPr sz="1650" b="1">
                  <a:solidFill>
                    <a:srgbClr val="092657"/>
                  </a:solidFill>
                  <a:latin typeface="Aptos"/>
                  <a:ea typeface="Aptos"/>
                  <a:cs typeface="Aptos"/>
                </a:defRPr>
              </a:pPr>
              <a:r>
                <a:rPr sz="1650" dirty="0">
                  <a:solidFill>
                    <a:srgbClr val="092657"/>
                  </a:solidFill>
                  <a:latin typeface="Times New Roman" panose="02020503050405090304" charset="0"/>
                  <a:ea typeface="Aptos"/>
                  <a:cs typeface="Times New Roman" panose="02020503050405090304" charset="0"/>
                </a:rPr>
                <a:t>TPT block </a:t>
              </a:r>
              <a:r>
                <a:rPr lang="en-US" sz="1650" dirty="0">
                  <a:solidFill>
                    <a:srgbClr val="092657"/>
                  </a:solidFill>
                  <a:latin typeface="Times New Roman" panose="02020503050405090304" charset="0"/>
                  <a:ea typeface="Aptos"/>
                  <a:cs typeface="Times New Roman" panose="02020503050405090304" charset="0"/>
                </a:rPr>
                <a:t>extracts</a:t>
              </a:r>
              <a:r>
                <a:rPr sz="1650" dirty="0">
                  <a:solidFill>
                    <a:srgbClr val="092657"/>
                  </a:solidFill>
                  <a:latin typeface="Times New Roman" panose="02020503050405090304" charset="0"/>
                  <a:ea typeface="Aptos"/>
                  <a:cs typeface="Times New Roman" panose="02020503050405090304" charset="0"/>
                </a:rPr>
                <a:t> </a:t>
              </a:r>
              <a:r>
                <a:rPr lang="en-US" sz="1650" dirty="0">
                  <a:solidFill>
                    <a:srgbClr val="092657"/>
                  </a:solidFill>
                  <a:latin typeface="Times New Roman" panose="02020503050405090304" charset="0"/>
                  <a:ea typeface="Aptos"/>
                  <a:cs typeface="Times New Roman" panose="02020503050405090304" charset="0"/>
                </a:rPr>
                <a:t>and fuses Multi-scale Temporal Features</a:t>
              </a:r>
              <a:endParaRPr sz="1650" dirty="0">
                <a:solidFill>
                  <a:srgbClr val="092657"/>
                </a:solidFill>
                <a:latin typeface="Times New Roman" panose="02020503050405090304" charset="0"/>
                <a:ea typeface="Aptos"/>
                <a:cs typeface="Times New Roman" panose="02020503050405090304" charset="0"/>
              </a:endParaRPr>
            </a:p>
          </p:txBody>
        </p:sp>
        <p:sp>
          <p:nvSpPr>
            <p:cNvPr id="117" name="temporal-granularity"/>
            <p:cNvSpPr>
              <a:spLocks noGrp="1"/>
            </p:cNvSpPr>
            <p:nvPr/>
          </p:nvSpPr>
          <p:spPr>
            <a:xfrm>
              <a:off x="14819" y="11640"/>
              <a:ext cx="7067" cy="960"/>
            </a:xfrm>
            <a:prstGeom prst="roundRect">
              <a:avLst>
                <a:gd name="adj" fmla="val 18750"/>
              </a:avLst>
            </a:prstGeom>
            <a:solidFill>
              <a:srgbClr val="EDF5FF"/>
            </a:solidFill>
            <a:ln w="14288">
              <a:solidFill>
                <a:srgbClr val="79A5E3"/>
              </a:solidFill>
              <a:prstDash val="solid"/>
            </a:ln>
          </p:spPr>
          <p:txBody>
            <a:bodyPr wrap="square" lIns="57150" tIns="47625" rIns="57150" bIns="47625" anchor="ctr">
              <a:normAutofit/>
            </a:bodyPr>
            <a:lstStyle/>
            <a:p>
              <a:pPr algn="ctr">
                <a:lnSpc>
                  <a:spcPct val="91000"/>
                </a:lnSpc>
                <a:buNone/>
                <a:defRPr sz="1575" b="1">
                  <a:solidFill>
                    <a:srgbClr val="092657"/>
                  </a:solidFill>
                  <a:latin typeface="Aptos"/>
                  <a:ea typeface="Aptos"/>
                  <a:cs typeface="Aptos"/>
                </a:defRPr>
              </a:pPr>
              <a:r>
                <a:rPr sz="1575" dirty="0">
                  <a:solidFill>
                    <a:srgbClr val="092657"/>
                  </a:solidFill>
                  <a:latin typeface="Times New Roman" panose="02020503050405090304" charset="0"/>
                  <a:ea typeface="Aptos"/>
                  <a:cs typeface="Times New Roman" panose="02020503050405090304" charset="0"/>
                </a:rPr>
                <a:t>Increasing temporal granularity suppresses noise</a:t>
              </a:r>
              <a:endParaRPr sz="1575" dirty="0">
                <a:solidFill>
                  <a:srgbClr val="092657"/>
                </a:solidFill>
                <a:latin typeface="Times New Roman" panose="02020503050405090304" charset="0"/>
                <a:ea typeface="Aptos"/>
                <a:cs typeface="Times New Roman" panose="02020503050405090304" charset="0"/>
              </a:endParaRPr>
            </a:p>
          </p:txBody>
        </p:sp>
        <p:sp>
          <p:nvSpPr>
            <p:cNvPr id="118" name="htpt-note"/>
            <p:cNvSpPr>
              <a:spLocks noGrp="1"/>
            </p:cNvSpPr>
            <p:nvPr/>
          </p:nvSpPr>
          <p:spPr>
            <a:xfrm>
              <a:off x="14030" y="13487"/>
              <a:ext cx="8687" cy="84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38100" tIns="28575" rIns="38100" bIns="28575" anchor="ctr"/>
            <a:lstStyle/>
            <a:p>
              <a:pPr algn="ctr">
                <a:lnSpc>
                  <a:spcPct val="93000"/>
                </a:lnSpc>
                <a:buNone/>
                <a:defRPr sz="1350" b="1">
                  <a:solidFill>
                    <a:srgbClr val="45536A"/>
                  </a:solidFill>
                  <a:latin typeface="Aptos"/>
                  <a:ea typeface="Aptos"/>
                  <a:cs typeface="Aptos"/>
                </a:defRPr>
              </a:pPr>
              <a:r>
                <a:rPr lang="en-US" sz="1800" dirty="0">
                  <a:solidFill>
                    <a:srgbClr val="45536A"/>
                  </a:solidFill>
                  <a:latin typeface="Times New Roman" panose="02020503050405090304" charset="0"/>
                  <a:ea typeface="Aptos"/>
                  <a:cs typeface="Times New Roman" panose="02020503050405090304" charset="0"/>
                </a:rPr>
                <a:t> </a:t>
              </a:r>
              <a:r>
                <a:rPr sz="1800" dirty="0">
                  <a:solidFill>
                    <a:srgbClr val="45536A"/>
                  </a:solidFill>
                  <a:latin typeface="Times New Roman" panose="02020503050405090304" charset="0"/>
                  <a:ea typeface="Aptos"/>
                  <a:cs typeface="Times New Roman" panose="02020503050405090304" charset="0"/>
                </a:rPr>
                <a:t>TPT block </a:t>
              </a:r>
              <a:r>
                <a:rPr lang="en-US" sz="1800" dirty="0">
                  <a:solidFill>
                    <a:srgbClr val="45536A"/>
                  </a:solidFill>
                  <a:latin typeface="Times New Roman" panose="02020503050405090304" charset="0"/>
                  <a:ea typeface="Aptos"/>
                  <a:cs typeface="Times New Roman" panose="02020503050405090304" charset="0"/>
                </a:rPr>
                <a:t>with FFN</a:t>
              </a:r>
              <a:r>
                <a:rPr sz="1800" dirty="0">
                  <a:solidFill>
                    <a:srgbClr val="45536A"/>
                  </a:solidFill>
                  <a:latin typeface="Times New Roman" panose="02020503050405090304" charset="0"/>
                  <a:ea typeface="Aptos"/>
                  <a:cs typeface="Times New Roman" panose="02020503050405090304" charset="0"/>
                </a:rPr>
                <a:t> module</a:t>
              </a:r>
              <a:endParaRPr sz="1800" dirty="0">
                <a:solidFill>
                  <a:srgbClr val="45536A"/>
                </a:solidFill>
                <a:latin typeface="Times New Roman" panose="02020503050405090304" charset="0"/>
                <a:ea typeface="Aptos"/>
                <a:cs typeface="Times New Roman" panose="02020503050405090304" charset="0"/>
              </a:endParaRPr>
            </a:p>
          </p:txBody>
        </p:sp>
        <p:sp>
          <p:nvSpPr>
            <p:cNvPr id="119" name="predictor-mlp"/>
            <p:cNvSpPr>
              <a:spLocks noGrp="1"/>
            </p:cNvSpPr>
            <p:nvPr/>
          </p:nvSpPr>
          <p:spPr>
            <a:xfrm>
              <a:off x="23244" y="5230"/>
              <a:ext cx="2259" cy="1560"/>
            </a:xfrm>
            <a:prstGeom prst="roundRect">
              <a:avLst>
                <a:gd name="adj" fmla="val 12500"/>
              </a:avLst>
            </a:prstGeom>
          </p:spPr>
          <p:style>
            <a:lnRef idx="0">
              <a:srgbClr val="FFFFFF"/>
            </a:lnRef>
            <a:fillRef idx="2">
              <a:schemeClr val="accent2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lIns="57150" tIns="47625" rIns="57150" bIns="47625" anchor="ctr">
              <a:normAutofit/>
            </a:bodyPr>
            <a:lstStyle/>
            <a:p>
              <a:pPr algn="ctr">
                <a:lnSpc>
                  <a:spcPct val="91000"/>
                </a:lnSpc>
                <a:buNone/>
                <a:defRPr sz="1800" b="1">
                  <a:solidFill>
                    <a:srgbClr val="092657"/>
                  </a:solidFill>
                  <a:latin typeface="Aptos"/>
                  <a:ea typeface="Aptos"/>
                  <a:cs typeface="Aptos"/>
                </a:defRPr>
              </a:pPr>
              <a:r>
                <a:rPr sz="1800">
                  <a:solidFill>
                    <a:srgbClr val="092657"/>
                  </a:solidFill>
                  <a:latin typeface="Times New Roman" panose="02020503050405090304" charset="0"/>
                  <a:ea typeface="Aptos"/>
                  <a:cs typeface="Times New Roman" panose="02020503050405090304" charset="0"/>
                </a:rPr>
                <a:t>MLP Projection</a:t>
              </a:r>
              <a:endParaRPr sz="1800">
                <a:solidFill>
                  <a:srgbClr val="092657"/>
                </a:solidFill>
                <a:latin typeface="Times New Roman" panose="02020503050405090304" charset="0"/>
                <a:ea typeface="Aptos"/>
                <a:cs typeface="Times New Roman" panose="02020503050405090304" charset="0"/>
              </a:endParaRPr>
            </a:p>
          </p:txBody>
        </p:sp>
        <p:grpSp>
          <p:nvGrpSpPr>
            <p:cNvPr id="148" name="组合 147"/>
            <p:cNvGrpSpPr/>
            <p:nvPr/>
          </p:nvGrpSpPr>
          <p:grpSpPr>
            <a:xfrm rot="0">
              <a:off x="23199" y="8612"/>
              <a:ext cx="2409" cy="1530"/>
              <a:chOff x="21338" y="7500"/>
              <a:chExt cx="2400" cy="1530"/>
            </a:xfrm>
          </p:grpSpPr>
          <p:sp>
            <p:nvSpPr>
              <p:cNvPr id="120" name="predictor-wave-surface"/>
              <p:cNvSpPr>
                <a:spLocks noGrp="1"/>
              </p:cNvSpPr>
              <p:nvPr/>
            </p:nvSpPr>
            <p:spPr>
              <a:xfrm>
                <a:off x="21338" y="7500"/>
                <a:ext cx="2400" cy="1530"/>
              </a:xfrm>
              <a:prstGeom prst="roundRect">
                <a:avLst>
                  <a:gd name="adj" fmla="val 8824"/>
                </a:avLst>
              </a:prstGeom>
              <a:solidFill>
                <a:srgbClr val="FFFFFF"/>
              </a:solidFill>
              <a:ln w="9525">
                <a:solidFill>
                  <a:srgbClr val="EEF2F6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1" name="predictor-wave-baseline"/>
              <p:cNvSpPr>
                <a:spLocks noGrp="1"/>
              </p:cNvSpPr>
              <p:nvPr/>
            </p:nvSpPr>
            <p:spPr>
              <a:xfrm>
                <a:off x="21548" y="8295"/>
                <a:ext cx="1980" cy="0"/>
              </a:xfrm>
              <a:prstGeom prst="line">
                <a:avLst/>
              </a:prstGeom>
              <a:noFill/>
              <a:ln w="11430">
                <a:solidFill>
                  <a:srgbClr val="D7DEE8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" name="predictor-wave-1"/>
              <p:cNvSpPr>
                <a:spLocks noGrp="1"/>
              </p:cNvSpPr>
              <p:nvPr/>
            </p:nvSpPr>
            <p:spPr>
              <a:xfrm flipV="1">
                <a:off x="21548" y="8356"/>
                <a:ext cx="158" cy="32"/>
              </a:xfrm>
              <a:prstGeom prst="line">
                <a:avLst/>
              </a:prstGeom>
              <a:noFill/>
              <a:ln w="28575">
                <a:solidFill>
                  <a:srgbClr val="E72C32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" name="predictor-wave-2"/>
              <p:cNvSpPr>
                <a:spLocks noGrp="1"/>
              </p:cNvSpPr>
              <p:nvPr/>
            </p:nvSpPr>
            <p:spPr>
              <a:xfrm>
                <a:off x="21706" y="8356"/>
                <a:ext cx="119" cy="162"/>
              </a:xfrm>
              <a:prstGeom prst="line">
                <a:avLst/>
              </a:prstGeom>
              <a:noFill/>
              <a:ln w="28575">
                <a:solidFill>
                  <a:srgbClr val="E72C32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" name="predictor-wave-3"/>
              <p:cNvSpPr>
                <a:spLocks noGrp="1"/>
              </p:cNvSpPr>
              <p:nvPr/>
            </p:nvSpPr>
            <p:spPr>
              <a:xfrm flipV="1">
                <a:off x="21825" y="7934"/>
                <a:ext cx="139" cy="583"/>
              </a:xfrm>
              <a:prstGeom prst="line">
                <a:avLst/>
              </a:prstGeom>
              <a:noFill/>
              <a:ln w="28575">
                <a:solidFill>
                  <a:srgbClr val="E72C32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" name="predictor-wave-4"/>
              <p:cNvSpPr>
                <a:spLocks noGrp="1"/>
              </p:cNvSpPr>
              <p:nvPr/>
            </p:nvSpPr>
            <p:spPr>
              <a:xfrm>
                <a:off x="21964" y="7934"/>
                <a:ext cx="119" cy="670"/>
              </a:xfrm>
              <a:prstGeom prst="line">
                <a:avLst/>
              </a:prstGeom>
              <a:noFill/>
              <a:ln w="28575">
                <a:solidFill>
                  <a:srgbClr val="E72C32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" name="predictor-wave-5"/>
              <p:cNvSpPr>
                <a:spLocks noGrp="1"/>
              </p:cNvSpPr>
              <p:nvPr/>
            </p:nvSpPr>
            <p:spPr>
              <a:xfrm flipV="1">
                <a:off x="22083" y="8312"/>
                <a:ext cx="139" cy="292"/>
              </a:xfrm>
              <a:prstGeom prst="line">
                <a:avLst/>
              </a:prstGeom>
              <a:noFill/>
              <a:ln w="28575">
                <a:solidFill>
                  <a:srgbClr val="E72C32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" name="predictor-wave-6"/>
              <p:cNvSpPr>
                <a:spLocks noGrp="1"/>
              </p:cNvSpPr>
              <p:nvPr/>
            </p:nvSpPr>
            <p:spPr>
              <a:xfrm>
                <a:off x="22221" y="8312"/>
                <a:ext cx="158" cy="54"/>
              </a:xfrm>
              <a:prstGeom prst="line">
                <a:avLst/>
              </a:prstGeom>
              <a:noFill/>
              <a:ln w="28575">
                <a:solidFill>
                  <a:srgbClr val="E72C32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8" name="predictor-wave-7"/>
              <p:cNvSpPr>
                <a:spLocks noGrp="1"/>
              </p:cNvSpPr>
              <p:nvPr/>
            </p:nvSpPr>
            <p:spPr>
              <a:xfrm flipV="1">
                <a:off x="22380" y="8064"/>
                <a:ext cx="139" cy="302"/>
              </a:xfrm>
              <a:prstGeom prst="line">
                <a:avLst/>
              </a:prstGeom>
              <a:noFill/>
              <a:ln w="28575">
                <a:solidFill>
                  <a:srgbClr val="E72C32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" name="predictor-wave-8"/>
              <p:cNvSpPr>
                <a:spLocks noGrp="1"/>
              </p:cNvSpPr>
              <p:nvPr/>
            </p:nvSpPr>
            <p:spPr>
              <a:xfrm>
                <a:off x="22518" y="8064"/>
                <a:ext cx="139" cy="475"/>
              </a:xfrm>
              <a:prstGeom prst="line">
                <a:avLst/>
              </a:prstGeom>
              <a:noFill/>
              <a:ln w="28575">
                <a:solidFill>
                  <a:srgbClr val="E72C32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0" name="predictor-wave-9"/>
              <p:cNvSpPr>
                <a:spLocks noGrp="1"/>
              </p:cNvSpPr>
              <p:nvPr/>
            </p:nvSpPr>
            <p:spPr>
              <a:xfrm flipV="1">
                <a:off x="22657" y="8269"/>
                <a:ext cx="139" cy="270"/>
              </a:xfrm>
              <a:prstGeom prst="line">
                <a:avLst/>
              </a:prstGeom>
              <a:noFill/>
              <a:ln w="28575">
                <a:solidFill>
                  <a:srgbClr val="E72C32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" name="predictor-wave-10"/>
              <p:cNvSpPr>
                <a:spLocks noGrp="1"/>
              </p:cNvSpPr>
              <p:nvPr/>
            </p:nvSpPr>
            <p:spPr>
              <a:xfrm>
                <a:off x="22795" y="8269"/>
                <a:ext cx="139" cy="76"/>
              </a:xfrm>
              <a:prstGeom prst="line">
                <a:avLst/>
              </a:prstGeom>
              <a:noFill/>
              <a:ln w="28575">
                <a:solidFill>
                  <a:srgbClr val="E72C32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2" name="predictor-wave-11"/>
              <p:cNvSpPr>
                <a:spLocks noGrp="1"/>
              </p:cNvSpPr>
              <p:nvPr/>
            </p:nvSpPr>
            <p:spPr>
              <a:xfrm flipV="1">
                <a:off x="22934" y="7924"/>
                <a:ext cx="158" cy="421"/>
              </a:xfrm>
              <a:prstGeom prst="line">
                <a:avLst/>
              </a:prstGeom>
              <a:noFill/>
              <a:ln w="28575">
                <a:solidFill>
                  <a:srgbClr val="E72C32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" name="predictor-wave-12"/>
              <p:cNvSpPr>
                <a:spLocks noGrp="1"/>
              </p:cNvSpPr>
              <p:nvPr/>
            </p:nvSpPr>
            <p:spPr>
              <a:xfrm>
                <a:off x="23092" y="7924"/>
                <a:ext cx="139" cy="626"/>
              </a:xfrm>
              <a:prstGeom prst="line">
                <a:avLst/>
              </a:prstGeom>
              <a:noFill/>
              <a:ln w="28575">
                <a:solidFill>
                  <a:srgbClr val="E72C32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" name="predictor-wave-13"/>
              <p:cNvSpPr>
                <a:spLocks noGrp="1"/>
              </p:cNvSpPr>
              <p:nvPr/>
            </p:nvSpPr>
            <p:spPr>
              <a:xfrm flipV="1">
                <a:off x="23231" y="8323"/>
                <a:ext cx="139" cy="227"/>
              </a:xfrm>
              <a:prstGeom prst="line">
                <a:avLst/>
              </a:prstGeom>
              <a:noFill/>
              <a:ln w="28575">
                <a:solidFill>
                  <a:srgbClr val="E72C32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" name="predictor-wave-14"/>
              <p:cNvSpPr>
                <a:spLocks noGrp="1"/>
              </p:cNvSpPr>
              <p:nvPr/>
            </p:nvSpPr>
            <p:spPr>
              <a:xfrm>
                <a:off x="23370" y="8323"/>
                <a:ext cx="158" cy="65"/>
              </a:xfrm>
              <a:prstGeom prst="line">
                <a:avLst/>
              </a:prstGeom>
              <a:noFill/>
              <a:ln w="28575">
                <a:solidFill>
                  <a:srgbClr val="E72C32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6" name="predictor-output-label"/>
            <p:cNvSpPr>
              <a:spLocks noGrp="1"/>
            </p:cNvSpPr>
            <p:nvPr/>
          </p:nvSpPr>
          <p:spPr>
            <a:xfrm>
              <a:off x="23262" y="10427"/>
              <a:ext cx="2259" cy="1260"/>
            </a:xfrm>
            <a:prstGeom prst="roundRect">
              <a:avLst>
                <a:gd name="adj" fmla="val 14286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gradFill>
                    <a:gsLst>
                      <a:gs pos="0">
                        <a:schemeClr val="accent1">
                          <a:tint val="67000"/>
                          <a:lumMod val="110000"/>
                          <a:satMod val="105000"/>
                        </a:schemeClr>
                      </a:gs>
                      <a:gs pos="50000">
                        <a:schemeClr val="accent1">
                          <a:tint val="73000"/>
                          <a:lumMod val="105000"/>
                          <a:satMod val="103000"/>
                        </a:schemeClr>
                      </a:gs>
                      <a:gs pos="100000">
                        <a:schemeClr val="accent1">
                          <a:tint val="81000"/>
                          <a:lumMod val="105000"/>
                          <a:satMod val="109000"/>
                        </a:schemeClr>
                      </a:gs>
                    </a:gsLst>
                    <a:lin ang="5400000" scaled="0"/>
                  </a:gradFill>
                </a14:hiddenFill>
              </a:ext>
            </a:extLst>
          </p:spPr>
          <p:style>
            <a:lnRef idx="0">
              <a:srgbClr val="FFFFFF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lIns="57150" tIns="47625" rIns="57150" bIns="47625" anchor="ctr"/>
            <a:lstStyle/>
            <a:p>
              <a:pPr algn="ctr">
                <a:lnSpc>
                  <a:spcPct val="91000"/>
                </a:lnSpc>
                <a:buNone/>
                <a:defRPr sz="1650" b="1">
                  <a:solidFill>
                    <a:srgbClr val="092657"/>
                  </a:solidFill>
                  <a:latin typeface="Aptos"/>
                  <a:ea typeface="Aptos"/>
                  <a:cs typeface="Aptos"/>
                </a:defRPr>
              </a:pPr>
              <a:r>
                <a:rPr sz="1800" dirty="0">
                  <a:solidFill>
                    <a:srgbClr val="092657"/>
                  </a:solidFill>
                  <a:latin typeface="Times New Roman" panose="02020503050405090304" charset="0"/>
                  <a:ea typeface="Aptos"/>
                  <a:cs typeface="Times New Roman" panose="02020503050405090304" charset="0"/>
                </a:rPr>
                <a:t>BVP / </a:t>
              </a:r>
              <a:r>
                <a:rPr sz="1800" dirty="0" err="1">
                  <a:solidFill>
                    <a:srgbClr val="092657"/>
                  </a:solidFill>
                  <a:latin typeface="Times New Roman" panose="02020503050405090304" charset="0"/>
                  <a:ea typeface="Aptos"/>
                  <a:cs typeface="Times New Roman" panose="02020503050405090304" charset="0"/>
                </a:rPr>
                <a:t>rPPG</a:t>
              </a:r>
              <a:endParaRPr sz="1800" dirty="0">
                <a:solidFill>
                  <a:srgbClr val="092657"/>
                </a:solidFill>
                <a:latin typeface="Times New Roman" panose="02020503050405090304" charset="0"/>
                <a:ea typeface="Aptos"/>
                <a:cs typeface="Times New Roman" panose="02020503050405090304" charset="0"/>
              </a:endParaRPr>
            </a:p>
            <a:p>
              <a:pPr algn="ctr">
                <a:lnSpc>
                  <a:spcPct val="91000"/>
                </a:lnSpc>
                <a:buNone/>
                <a:defRPr sz="1650" b="1">
                  <a:solidFill>
                    <a:srgbClr val="092657"/>
                  </a:solidFill>
                  <a:latin typeface="Aptos"/>
                  <a:ea typeface="Aptos"/>
                  <a:cs typeface="Aptos"/>
                </a:defRPr>
              </a:pPr>
              <a:r>
                <a:rPr sz="1800" dirty="0">
                  <a:solidFill>
                    <a:srgbClr val="092657"/>
                  </a:solidFill>
                  <a:latin typeface="Times New Roman" panose="02020503050405090304" charset="0"/>
                  <a:ea typeface="Aptos"/>
                  <a:cs typeface="Times New Roman" panose="02020503050405090304" charset="0"/>
                </a:rPr>
                <a:t>Waveform</a:t>
              </a:r>
              <a:endParaRPr lang="en-US" sz="1800" dirty="0">
                <a:solidFill>
                  <a:srgbClr val="092657"/>
                </a:solidFill>
                <a:latin typeface="Times New Roman" panose="02020503050405090304" charset="0"/>
                <a:ea typeface="Aptos"/>
                <a:cs typeface="Times New Roman" panose="02020503050405090304" charset="0"/>
              </a:endParaRPr>
            </a:p>
            <a:p>
              <a:pPr algn="ctr">
                <a:lnSpc>
                  <a:spcPct val="91000"/>
                </a:lnSpc>
                <a:buNone/>
                <a:defRPr sz="1650" b="1">
                  <a:solidFill>
                    <a:srgbClr val="092657"/>
                  </a:solidFill>
                  <a:latin typeface="Aptos"/>
                  <a:ea typeface="Aptos"/>
                  <a:cs typeface="Aptos"/>
                </a:defRPr>
              </a:pPr>
              <a:r>
                <a:rPr lang="zh-CN" altLang="en-US" dirty="0">
                  <a:latin typeface="Times New Roman" panose="02020503050405090304" charset="0"/>
                  <a:cs typeface="Times New Roman" panose="02020503050405090304" charset="0"/>
                  <a:sym typeface="+mn-ea"/>
                </a:rPr>
                <a:t>(</a:t>
              </a:r>
              <a:r>
                <a:rPr lang="en-US" altLang="zh-CN" dirty="0">
                  <a:latin typeface="Times New Roman" panose="02020503050405090304" charset="0"/>
                  <a:cs typeface="Times New Roman" panose="02020503050405090304" charset="0"/>
                  <a:sym typeface="+mn-ea"/>
                </a:rPr>
                <a:t>160 × 1</a:t>
              </a:r>
              <a:r>
                <a:rPr lang="zh-CN" altLang="en-US" dirty="0">
                  <a:latin typeface="Times New Roman" panose="02020503050405090304" charset="0"/>
                  <a:cs typeface="Times New Roman" panose="02020503050405090304" charset="0"/>
                  <a:sym typeface="+mn-ea"/>
                </a:rPr>
                <a:t>)</a:t>
              </a:r>
              <a:endParaRPr lang="en-US" altLang="zh-CN" dirty="0">
                <a:solidFill>
                  <a:srgbClr val="092657"/>
                </a:solidFill>
                <a:latin typeface="Times New Roman" panose="02020503050405090304" charset="0"/>
                <a:ea typeface="Aptos"/>
                <a:cs typeface="Times New Roman" panose="02020503050405090304" charset="0"/>
                <a:sym typeface="+mn-ea"/>
              </a:endParaRPr>
            </a:p>
          </p:txBody>
        </p:sp>
        <p:sp>
          <p:nvSpPr>
            <p:cNvPr id="137" name="predictor-note"/>
            <p:cNvSpPr>
              <a:spLocks noGrp="1"/>
            </p:cNvSpPr>
            <p:nvPr/>
          </p:nvSpPr>
          <p:spPr>
            <a:xfrm>
              <a:off x="23189" y="13487"/>
              <a:ext cx="2409" cy="84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38100" tIns="28575" rIns="38100" bIns="28575" anchor="ctr"/>
            <a:lstStyle/>
            <a:p>
              <a:pPr algn="ctr">
                <a:lnSpc>
                  <a:spcPct val="93000"/>
                </a:lnSpc>
                <a:buNone/>
                <a:defRPr sz="1500" b="1">
                  <a:solidFill>
                    <a:srgbClr val="45536A"/>
                  </a:solidFill>
                  <a:latin typeface="Aptos"/>
                  <a:ea typeface="Aptos"/>
                  <a:cs typeface="Aptos"/>
                </a:defRPr>
              </a:pPr>
              <a:r>
                <a:rPr sz="1800">
                  <a:solidFill>
                    <a:srgbClr val="45536A"/>
                  </a:solidFill>
                  <a:latin typeface="Times New Roman" panose="02020503050405090304" charset="0"/>
                  <a:ea typeface="Aptos"/>
                  <a:cs typeface="Times New Roman" panose="02020503050405090304" charset="0"/>
                </a:rPr>
                <a:t>Model output</a:t>
              </a:r>
              <a:endParaRPr sz="1800">
                <a:solidFill>
                  <a:srgbClr val="45536A"/>
                </a:solidFill>
                <a:latin typeface="Times New Roman" panose="02020503050405090304" charset="0"/>
                <a:ea typeface="Aptos"/>
                <a:cs typeface="Times New Roman" panose="02020503050405090304" charset="0"/>
              </a:endParaRPr>
            </a:p>
          </p:txBody>
        </p:sp>
        <p:sp>
          <p:nvSpPr>
            <p:cNvPr id="138" name="post-inference-only"/>
            <p:cNvSpPr>
              <a:spLocks noGrp="1"/>
            </p:cNvSpPr>
            <p:nvPr/>
          </p:nvSpPr>
          <p:spPr>
            <a:xfrm>
              <a:off x="26961" y="4215"/>
              <a:ext cx="2710" cy="57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38100" tIns="28575" rIns="38100" bIns="28575" anchor="ctr">
              <a:normAutofit/>
            </a:bodyPr>
            <a:lstStyle/>
            <a:p>
              <a:pPr algn="ctr">
                <a:lnSpc>
                  <a:spcPct val="93000"/>
                </a:lnSpc>
                <a:buNone/>
                <a:defRPr sz="1500" b="1">
                  <a:solidFill>
                    <a:srgbClr val="45536A"/>
                  </a:solidFill>
                  <a:latin typeface="Aptos"/>
                  <a:ea typeface="Aptos"/>
                  <a:cs typeface="Aptos"/>
                </a:defRPr>
              </a:pPr>
              <a:endParaRPr sz="1500" b="0">
                <a:solidFill>
                  <a:srgbClr val="45536A"/>
                </a:solidFill>
                <a:latin typeface="Times New Roman" panose="02020503050405090304" charset="0"/>
                <a:ea typeface="Aptos"/>
                <a:cs typeface="Times New Roman" panose="02020503050405090304" charset="0"/>
              </a:endParaRPr>
            </a:p>
          </p:txBody>
        </p:sp>
        <p:sp>
          <p:nvSpPr>
            <p:cNvPr id="139" name="post-filter"/>
            <p:cNvSpPr>
              <a:spLocks noGrp="1"/>
            </p:cNvSpPr>
            <p:nvPr/>
          </p:nvSpPr>
          <p:spPr>
            <a:xfrm>
              <a:off x="27008" y="4665"/>
              <a:ext cx="2951" cy="1200"/>
            </a:xfrm>
            <a:prstGeom prst="roundRect">
              <a:avLst>
                <a:gd name="adj" fmla="val 17241"/>
              </a:avLst>
            </a:prstGeom>
            <a:solidFill>
              <a:schemeClr val="accent1">
                <a:lumMod val="20000"/>
                <a:lumOff val="80000"/>
                <a:alpha val="13000"/>
              </a:schemeClr>
            </a:solidFill>
            <a:ln w="14288">
              <a:solidFill>
                <a:schemeClr val="tx2">
                  <a:lumMod val="25000"/>
                  <a:lumOff val="75000"/>
                </a:schemeClr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57150" tIns="47625" rIns="57150" bIns="47625" anchor="ctr"/>
            <a:lstStyle/>
            <a:p>
              <a:pPr algn="ctr">
                <a:lnSpc>
                  <a:spcPct val="91000"/>
                </a:lnSpc>
                <a:buNone/>
                <a:defRPr sz="1350" b="1">
                  <a:solidFill>
                    <a:srgbClr val="092657"/>
                  </a:solidFill>
                  <a:latin typeface="Aptos"/>
                  <a:ea typeface="Aptos"/>
                  <a:cs typeface="Aptos"/>
                </a:defRPr>
              </a:pPr>
              <a:r>
                <a:rPr lang="en-US" sz="1600" dirty="0">
                  <a:solidFill>
                    <a:srgbClr val="092657"/>
                  </a:solidFill>
                  <a:latin typeface="Times New Roman" panose="02020503050405090304" charset="0"/>
                  <a:ea typeface="Aptos"/>
                  <a:cs typeface="Times New Roman" panose="02020503050405090304" charset="0"/>
                </a:rPr>
                <a:t>BVP Detrend</a:t>
              </a:r>
              <a:endParaRPr sz="1600" dirty="0">
                <a:solidFill>
                  <a:srgbClr val="092657"/>
                </a:solidFill>
                <a:latin typeface="Times New Roman" panose="02020503050405090304" charset="0"/>
                <a:ea typeface="Aptos"/>
                <a:cs typeface="Times New Roman" panose="02020503050405090304" charset="0"/>
              </a:endParaRPr>
            </a:p>
          </p:txBody>
        </p:sp>
        <p:sp>
          <p:nvSpPr>
            <p:cNvPr id="140" name="post-welch"/>
            <p:cNvSpPr>
              <a:spLocks noGrp="1"/>
            </p:cNvSpPr>
            <p:nvPr/>
          </p:nvSpPr>
          <p:spPr>
            <a:xfrm>
              <a:off x="27008" y="6999"/>
              <a:ext cx="2951" cy="1104"/>
            </a:xfrm>
            <a:prstGeom prst="roundRect">
              <a:avLst>
                <a:gd name="adj" fmla="val 17241"/>
              </a:avLst>
            </a:prstGeom>
            <a:solidFill>
              <a:srgbClr val="EDF5FF"/>
            </a:solidFill>
            <a:ln w="14288">
              <a:solidFill>
                <a:srgbClr val="79A5E3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57150" tIns="47625" rIns="57150" bIns="47625" anchor="ctr"/>
            <a:lstStyle/>
            <a:p>
              <a:pPr algn="ctr">
                <a:lnSpc>
                  <a:spcPct val="91000"/>
                </a:lnSpc>
                <a:buNone/>
                <a:defRPr sz="1350" b="1">
                  <a:solidFill>
                    <a:srgbClr val="092657"/>
                  </a:solidFill>
                  <a:latin typeface="Aptos"/>
                  <a:ea typeface="Aptos"/>
                  <a:cs typeface="Aptos"/>
                </a:defRPr>
              </a:pPr>
              <a:r>
                <a:rPr lang="en-US" altLang="zh-CN" dirty="0">
                  <a:solidFill>
                    <a:srgbClr val="092657"/>
                  </a:solidFill>
                  <a:latin typeface="Times New Roman" panose="02020503050405090304" charset="0"/>
                  <a:ea typeface="Aptos"/>
                  <a:cs typeface="Times New Roman" panose="02020503050405090304" charset="0"/>
                </a:rPr>
                <a:t>First-order Butterworth</a:t>
              </a:r>
              <a:endParaRPr lang="en-US" altLang="zh-CN" dirty="0">
                <a:solidFill>
                  <a:srgbClr val="092657"/>
                </a:solidFill>
                <a:latin typeface="Times New Roman" panose="02020503050405090304" charset="0"/>
                <a:ea typeface="Aptos"/>
                <a:cs typeface="Times New Roman" panose="02020503050405090304" charset="0"/>
              </a:endParaRPr>
            </a:p>
            <a:p>
              <a:pPr algn="ctr">
                <a:lnSpc>
                  <a:spcPct val="91000"/>
                </a:lnSpc>
                <a:buNone/>
                <a:defRPr sz="1350" b="1">
                  <a:solidFill>
                    <a:srgbClr val="092657"/>
                  </a:solidFill>
                  <a:latin typeface="Aptos"/>
                  <a:ea typeface="Aptos"/>
                  <a:cs typeface="Aptos"/>
                </a:defRPr>
              </a:pPr>
              <a:r>
                <a:rPr lang="en-US" altLang="zh-CN" dirty="0">
                  <a:solidFill>
                    <a:srgbClr val="092657"/>
                  </a:solidFill>
                  <a:latin typeface="Times New Roman" panose="02020503050405090304" charset="0"/>
                  <a:ea typeface="Aptos"/>
                  <a:cs typeface="Times New Roman" panose="02020503050405090304" charset="0"/>
                </a:rPr>
                <a:t>0.75–2.5 Hz</a:t>
              </a:r>
              <a:endParaRPr lang="en-US" altLang="zh-CN" dirty="0">
                <a:solidFill>
                  <a:srgbClr val="092657"/>
                </a:solidFill>
                <a:latin typeface="Times New Roman" panose="02020503050405090304" charset="0"/>
                <a:ea typeface="Aptos"/>
                <a:cs typeface="Times New Roman" panose="02020503050405090304" charset="0"/>
              </a:endParaRPr>
            </a:p>
          </p:txBody>
        </p:sp>
        <p:sp>
          <p:nvSpPr>
            <p:cNvPr id="141" name="post-hr"/>
            <p:cNvSpPr>
              <a:spLocks noGrp="1"/>
            </p:cNvSpPr>
            <p:nvPr/>
          </p:nvSpPr>
          <p:spPr>
            <a:xfrm>
              <a:off x="27008" y="9283"/>
              <a:ext cx="2951" cy="1144"/>
            </a:xfrm>
            <a:prstGeom prst="roundRect">
              <a:avLst>
                <a:gd name="adj" fmla="val 14103"/>
              </a:avLst>
            </a:prstGeom>
            <a:solidFill>
              <a:schemeClr val="accent4">
                <a:lumMod val="75000"/>
                <a:alpha val="17000"/>
              </a:schemeClr>
            </a:solidFill>
            <a:ln w="25400" cap="flat" cmpd="sng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wrap="square" lIns="57150" tIns="47625" rIns="57150" bIns="47625" anchor="ctr"/>
            <a:lstStyle/>
            <a:p>
              <a:pPr algn="ctr">
                <a:lnSpc>
                  <a:spcPct val="91000"/>
                </a:lnSpc>
                <a:buNone/>
                <a:defRPr sz="1425" b="1">
                  <a:solidFill>
                    <a:srgbClr val="092657"/>
                  </a:solidFill>
                  <a:latin typeface="Aptos"/>
                  <a:ea typeface="Aptos"/>
                  <a:cs typeface="Aptos"/>
                </a:defRPr>
              </a:pPr>
              <a:r>
                <a:rPr lang="en-US" altLang="zh-CN" dirty="0">
                  <a:solidFill>
                    <a:srgbClr val="092657"/>
                  </a:solidFill>
                  <a:latin typeface="Times New Roman" panose="02020503050405090304" charset="0"/>
                  <a:ea typeface="Aptos"/>
                  <a:cs typeface="Times New Roman" panose="02020503050405090304" charset="0"/>
                </a:rPr>
                <a:t>Welch Power</a:t>
              </a:r>
              <a:endParaRPr lang="en-US" altLang="zh-CN" dirty="0">
                <a:solidFill>
                  <a:srgbClr val="092657"/>
                </a:solidFill>
                <a:latin typeface="Times New Roman" panose="02020503050405090304" charset="0"/>
                <a:ea typeface="Aptos"/>
                <a:cs typeface="Times New Roman" panose="02020503050405090304" charset="0"/>
              </a:endParaRPr>
            </a:p>
            <a:p>
              <a:pPr algn="ctr">
                <a:lnSpc>
                  <a:spcPct val="91000"/>
                </a:lnSpc>
                <a:buNone/>
                <a:defRPr sz="1425" b="1">
                  <a:solidFill>
                    <a:srgbClr val="092657"/>
                  </a:solidFill>
                  <a:latin typeface="Aptos"/>
                  <a:ea typeface="Aptos"/>
                  <a:cs typeface="Aptos"/>
                </a:defRPr>
              </a:pPr>
              <a:r>
                <a:rPr lang="en-US" altLang="zh-CN" dirty="0">
                  <a:solidFill>
                    <a:srgbClr val="092657"/>
                  </a:solidFill>
                  <a:latin typeface="Times New Roman" panose="02020503050405090304" charset="0"/>
                  <a:ea typeface="Aptos"/>
                  <a:cs typeface="Times New Roman" panose="02020503050405090304" charset="0"/>
                </a:rPr>
                <a:t>Spectral Density</a:t>
              </a:r>
              <a:endParaRPr lang="en-US" altLang="zh-CN" dirty="0">
                <a:solidFill>
                  <a:srgbClr val="092657"/>
                </a:solidFill>
                <a:latin typeface="Times New Roman" panose="02020503050405090304" charset="0"/>
                <a:ea typeface="Aptos"/>
                <a:cs typeface="Times New Roman" panose="02020503050405090304" charset="0"/>
              </a:endParaRPr>
            </a:p>
          </p:txBody>
        </p:sp>
        <p:sp>
          <p:nvSpPr>
            <p:cNvPr id="143" name="post-boundary-note"/>
            <p:cNvSpPr>
              <a:spLocks noGrp="1"/>
            </p:cNvSpPr>
            <p:nvPr/>
          </p:nvSpPr>
          <p:spPr>
            <a:xfrm>
              <a:off x="26804" y="13487"/>
              <a:ext cx="3313" cy="84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38100" tIns="28575" rIns="38100" bIns="28575" anchor="ctr"/>
            <a:lstStyle/>
            <a:p>
              <a:pPr algn="ctr">
                <a:lnSpc>
                  <a:spcPct val="93000"/>
                </a:lnSpc>
                <a:buNone/>
                <a:defRPr sz="1500" b="1">
                  <a:solidFill>
                    <a:srgbClr val="45536A"/>
                  </a:solidFill>
                  <a:latin typeface="Aptos"/>
                  <a:ea typeface="Aptos"/>
                  <a:cs typeface="Aptos"/>
                </a:defRPr>
              </a:pPr>
              <a:r>
                <a:rPr sz="1800">
                  <a:latin typeface="Times New Roman" panose="02020503050405090304" charset="0"/>
                  <a:cs typeface="Times New Roman" panose="02020503050405090304" charset="0"/>
                  <a:sym typeface="+mn-ea"/>
                </a:rPr>
                <a:t>Inference only</a:t>
              </a:r>
              <a:endParaRPr sz="1800">
                <a:solidFill>
                  <a:srgbClr val="45536A"/>
                </a:solidFill>
                <a:latin typeface="Times New Roman" panose="02020503050405090304" charset="0"/>
                <a:ea typeface="Aptos"/>
                <a:cs typeface="Times New Roman" panose="02020503050405090304" charset="0"/>
                <a:sym typeface="+mn-ea"/>
              </a:endParaRPr>
            </a:p>
          </p:txBody>
        </p:sp>
        <p:cxnSp>
          <p:nvCxnSpPr>
            <p:cNvPr id="147" name="直接箭头连接符 146"/>
            <p:cNvCxnSpPr/>
            <p:nvPr/>
          </p:nvCxnSpPr>
          <p:spPr>
            <a:xfrm>
              <a:off x="24403" y="7162"/>
              <a:ext cx="5" cy="1108"/>
            </a:xfrm>
            <a:prstGeom prst="straightConnector1">
              <a:avLst/>
            </a:prstGeom>
            <a:ln w="31750" cap="rnd">
              <a:solidFill>
                <a:prstClr val="black"/>
              </a:solidFill>
              <a:round/>
              <a:tailEnd type="arrow" w="med" len="med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9" name="直接箭头连接符 148"/>
            <p:cNvCxnSpPr/>
            <p:nvPr/>
          </p:nvCxnSpPr>
          <p:spPr>
            <a:xfrm>
              <a:off x="28541" y="6028"/>
              <a:ext cx="3" cy="881"/>
            </a:xfrm>
            <a:prstGeom prst="straightConnector1">
              <a:avLst/>
            </a:prstGeom>
            <a:ln w="31750" cap="rnd">
              <a:solidFill>
                <a:prstClr val="black"/>
              </a:solidFill>
              <a:round/>
              <a:tailEnd type="arrow" w="med" len="med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0" name="直接箭头连接符 149"/>
            <p:cNvCxnSpPr/>
            <p:nvPr/>
          </p:nvCxnSpPr>
          <p:spPr>
            <a:xfrm>
              <a:off x="28538" y="8296"/>
              <a:ext cx="3" cy="881"/>
            </a:xfrm>
            <a:prstGeom prst="straightConnector1">
              <a:avLst/>
            </a:prstGeom>
            <a:ln w="31750" cap="rnd">
              <a:solidFill>
                <a:prstClr val="black"/>
              </a:solidFill>
              <a:round/>
              <a:tailEnd type="arrow" w="med" len="med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52" name="predictor-output-label"/>
            <p:cNvSpPr>
              <a:spLocks noGrp="1"/>
            </p:cNvSpPr>
            <p:nvPr/>
          </p:nvSpPr>
          <p:spPr>
            <a:xfrm>
              <a:off x="27008" y="12125"/>
              <a:ext cx="3070" cy="1260"/>
            </a:xfrm>
            <a:prstGeom prst="roundRect">
              <a:avLst>
                <a:gd name="adj" fmla="val 14286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gradFill>
                    <a:gsLst>
                      <a:gs pos="0">
                        <a:schemeClr val="accent1">
                          <a:tint val="67000"/>
                          <a:lumMod val="110000"/>
                          <a:satMod val="105000"/>
                        </a:schemeClr>
                      </a:gs>
                      <a:gs pos="50000">
                        <a:schemeClr val="accent1">
                          <a:tint val="73000"/>
                          <a:lumMod val="105000"/>
                          <a:satMod val="103000"/>
                        </a:schemeClr>
                      </a:gs>
                      <a:gs pos="100000">
                        <a:schemeClr val="accent1">
                          <a:tint val="81000"/>
                          <a:lumMod val="105000"/>
                          <a:satMod val="109000"/>
                        </a:schemeClr>
                      </a:gs>
                    </a:gsLst>
                    <a:lin ang="5400000" scaled="0"/>
                  </a:gradFill>
                </a14:hiddenFill>
              </a:ext>
            </a:extLst>
          </p:spPr>
          <p:style>
            <a:lnRef idx="0">
              <a:srgbClr val="FFFFFF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lIns="57150" tIns="47625" rIns="57150" bIns="47625" anchor="ctr"/>
            <a:lstStyle/>
            <a:p>
              <a:pPr algn="ctr">
                <a:lnSpc>
                  <a:spcPct val="91000"/>
                </a:lnSpc>
                <a:buNone/>
                <a:defRPr sz="1500" b="1">
                  <a:solidFill>
                    <a:srgbClr val="092657"/>
                  </a:solidFill>
                  <a:latin typeface="Aptos"/>
                  <a:ea typeface="Aptos"/>
                  <a:cs typeface="Aptos"/>
                </a:defRPr>
              </a:pPr>
              <a:r>
                <a:rPr sz="1800">
                  <a:latin typeface="Times New Roman" panose="02020503050405090304" charset="0"/>
                  <a:cs typeface="Times New Roman" panose="02020503050405090304" charset="0"/>
                  <a:sym typeface="+mn-ea"/>
                </a:rPr>
                <a:t>Heart Rate (bpm)</a:t>
              </a:r>
              <a:endParaRPr sz="1800">
                <a:solidFill>
                  <a:srgbClr val="092657"/>
                </a:solidFill>
                <a:latin typeface="Times New Roman" panose="02020503050405090304" charset="0"/>
                <a:ea typeface="Aptos"/>
                <a:cs typeface="Times New Roman" panose="02020503050405090304" charset="0"/>
              </a:endParaRPr>
            </a:p>
          </p:txBody>
        </p:sp>
        <p:cxnSp>
          <p:nvCxnSpPr>
            <p:cNvPr id="153" name="直接箭头连接符 152"/>
            <p:cNvCxnSpPr/>
            <p:nvPr/>
          </p:nvCxnSpPr>
          <p:spPr>
            <a:xfrm>
              <a:off x="28544" y="10538"/>
              <a:ext cx="2" cy="680"/>
            </a:xfrm>
            <a:prstGeom prst="straightConnector1">
              <a:avLst/>
            </a:prstGeom>
            <a:ln w="31750" cap="rnd">
              <a:solidFill>
                <a:prstClr val="black"/>
              </a:solidFill>
              <a:round/>
              <a:tailEnd type="arrow" w="med" len="med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155" name="图片 154" descr="xinshuai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7847" y="11219"/>
              <a:ext cx="1386" cy="1381"/>
            </a:xfrm>
            <a:prstGeom prst="rect">
              <a:avLst/>
            </a:prstGeom>
          </p:spPr>
        </p:pic>
        <p:sp>
          <p:nvSpPr>
            <p:cNvPr id="156" name="predictor-output-label"/>
            <p:cNvSpPr>
              <a:spLocks noGrp="1"/>
            </p:cNvSpPr>
            <p:nvPr/>
          </p:nvSpPr>
          <p:spPr>
            <a:xfrm>
              <a:off x="33" y="12021"/>
              <a:ext cx="3867" cy="1260"/>
            </a:xfrm>
            <a:prstGeom prst="roundRect">
              <a:avLst>
                <a:gd name="adj" fmla="val 14286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gradFill>
                    <a:gsLst>
                      <a:gs pos="0">
                        <a:schemeClr val="accent1">
                          <a:tint val="67000"/>
                          <a:lumMod val="110000"/>
                          <a:satMod val="105000"/>
                        </a:schemeClr>
                      </a:gs>
                      <a:gs pos="50000">
                        <a:schemeClr val="accent1">
                          <a:tint val="73000"/>
                          <a:lumMod val="105000"/>
                          <a:satMod val="103000"/>
                        </a:schemeClr>
                      </a:gs>
                      <a:gs pos="100000">
                        <a:schemeClr val="accent1">
                          <a:tint val="81000"/>
                          <a:lumMod val="105000"/>
                          <a:satMod val="109000"/>
                        </a:schemeClr>
                      </a:gs>
                    </a:gsLst>
                    <a:lin ang="5400000" scaled="0"/>
                  </a:gradFill>
                </a14:hiddenFill>
              </a:ext>
            </a:extLst>
          </p:spPr>
          <p:style>
            <a:lnRef idx="0">
              <a:srgbClr val="FFFFFF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lIns="57150" tIns="47625" rIns="57150" bIns="47625" anchor="ctr"/>
            <a:lstStyle/>
            <a:p>
              <a:pPr algn="ctr">
                <a:lnSpc>
                  <a:spcPct val="91000"/>
                </a:lnSpc>
                <a:buNone/>
                <a:defRPr sz="1650" b="1">
                  <a:solidFill>
                    <a:srgbClr val="092657"/>
                  </a:solidFill>
                  <a:latin typeface="Aptos"/>
                  <a:ea typeface="Aptos"/>
                  <a:cs typeface="Aptos"/>
                </a:defRPr>
              </a:pPr>
              <a:r>
                <a:rPr sz="2000" dirty="0">
                  <a:latin typeface="Times New Roman" panose="02020503050405090304" charset="0"/>
                  <a:cs typeface="Times New Roman" panose="02020503050405090304" charset="0"/>
                  <a:sym typeface="+mn-ea"/>
                </a:rPr>
                <a:t>160 Frames</a:t>
              </a:r>
              <a:endParaRPr sz="2000" dirty="0">
                <a:solidFill>
                  <a:srgbClr val="092657"/>
                </a:solidFill>
                <a:latin typeface="Times New Roman" panose="02020503050405090304" charset="0"/>
                <a:ea typeface="Aptos"/>
                <a:cs typeface="Times New Roman" panose="02020503050405090304" charset="0"/>
              </a:endParaRPr>
            </a:p>
            <a:p>
              <a:pPr algn="ctr">
                <a:lnSpc>
                  <a:spcPct val="91000"/>
                </a:lnSpc>
                <a:buNone/>
                <a:defRPr sz="1650" b="1">
                  <a:solidFill>
                    <a:srgbClr val="092657"/>
                  </a:solidFill>
                  <a:latin typeface="Aptos"/>
                  <a:ea typeface="Aptos"/>
                  <a:cs typeface="Aptos"/>
                </a:defRPr>
              </a:pPr>
              <a:r>
                <a:rPr lang="en-US" sz="2000" dirty="0">
                  <a:latin typeface="Times New Roman" panose="02020503050405090304" charset="0"/>
                  <a:cs typeface="Times New Roman" panose="02020503050405090304" charset="0"/>
                  <a:sym typeface="+mn-ea"/>
                </a:rPr>
                <a:t>(</a:t>
              </a:r>
              <a:r>
                <a:rPr sz="2000" dirty="0">
                  <a:latin typeface="Times New Roman" panose="02020503050405090304" charset="0"/>
                  <a:cs typeface="Times New Roman" panose="02020503050405090304" charset="0"/>
                  <a:sym typeface="+mn-ea"/>
                </a:rPr>
                <a:t>128 × 128</a:t>
              </a:r>
              <a:r>
                <a:rPr lang="en-US" sz="2000" dirty="0">
                  <a:latin typeface="Times New Roman" panose="02020503050405090304" charset="0"/>
                  <a:cs typeface="Times New Roman" panose="02020503050405090304" charset="0"/>
                  <a:sym typeface="+mn-ea"/>
                </a:rPr>
                <a:t>)</a:t>
              </a:r>
              <a:endParaRPr lang="en-US" sz="2000" dirty="0">
                <a:solidFill>
                  <a:srgbClr val="092657"/>
                </a:solidFill>
                <a:latin typeface="Times New Roman" panose="02020503050405090304" charset="0"/>
                <a:ea typeface="Aptos"/>
                <a:cs typeface="Times New Roman" panose="02020503050405090304" charset="0"/>
                <a:sym typeface="+mn-ea"/>
              </a:endParaRPr>
            </a:p>
          </p:txBody>
        </p:sp>
        <p:sp>
          <p:nvSpPr>
            <p:cNvPr id="162" name="fusion-down-1"/>
            <p:cNvSpPr>
              <a:spLocks noGrp="1"/>
            </p:cNvSpPr>
            <p:nvPr/>
          </p:nvSpPr>
          <p:spPr>
            <a:xfrm>
              <a:off x="7248" y="9629"/>
              <a:ext cx="198" cy="450"/>
            </a:xfrm>
            <a:prstGeom prst="downArrow">
              <a:avLst/>
            </a:prstGeom>
            <a:solidFill>
              <a:srgbClr val="111111"/>
            </a:solidFill>
            <a:ln w="4763">
              <a:solidFill>
                <a:srgbClr val="111111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" name="fusion-down-2"/>
            <p:cNvSpPr>
              <a:spLocks noGrp="1"/>
            </p:cNvSpPr>
            <p:nvPr/>
          </p:nvSpPr>
          <p:spPr>
            <a:xfrm>
              <a:off x="7248" y="11392"/>
              <a:ext cx="198" cy="450"/>
            </a:xfrm>
            <a:prstGeom prst="downArrow">
              <a:avLst/>
            </a:prstGeom>
            <a:solidFill>
              <a:srgbClr val="111111"/>
            </a:solidFill>
            <a:ln w="4763">
              <a:solidFill>
                <a:srgbClr val="111111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" name="fusion-conv1"/>
            <p:cNvSpPr>
              <a:spLocks noGrp="1"/>
            </p:cNvSpPr>
            <p:nvPr/>
          </p:nvSpPr>
          <p:spPr>
            <a:xfrm>
              <a:off x="4810" y="10275"/>
              <a:ext cx="5013" cy="855"/>
            </a:xfrm>
            <a:prstGeom prst="roundRect">
              <a:avLst>
                <a:gd name="adj" fmla="val 14035"/>
              </a:avLst>
            </a:prstGeom>
            <a:solidFill>
              <a:srgbClr val="EDF5FF"/>
            </a:solidFill>
            <a:ln w="14288">
              <a:solidFill>
                <a:srgbClr val="77A7E8"/>
              </a:solidFill>
              <a:prstDash val="solid"/>
            </a:ln>
          </p:spPr>
          <p:txBody>
            <a:bodyPr wrap="square" lIns="47625" tIns="38100" rIns="47625" bIns="38100" anchor="ctr">
              <a:noAutofit/>
            </a:bodyPr>
            <a:lstStyle/>
            <a:p>
              <a:pPr algn="ctr">
                <a:lnSpc>
                  <a:spcPct val="91000"/>
                </a:lnSpc>
                <a:buNone/>
                <a:defRPr sz="1200" b="1">
                  <a:solidFill>
                    <a:srgbClr val="08275B"/>
                  </a:solidFill>
                  <a:latin typeface="Aptos"/>
                  <a:ea typeface="Aptos"/>
                  <a:cs typeface="Aptos"/>
                </a:defRPr>
              </a:pPr>
              <a:r>
                <a:rPr sz="1800">
                  <a:solidFill>
                    <a:srgbClr val="08275B"/>
                  </a:solidFill>
                  <a:latin typeface="Times New Roman" panose="02020503050405090304" charset="0"/>
                  <a:ea typeface="Aptos"/>
                  <a:cs typeface="Times New Roman" panose="02020503050405090304" charset="0"/>
                </a:rPr>
                <a:t>5×5 Conv + BN + ReLU + Pool</a:t>
              </a:r>
              <a:endParaRPr sz="1800">
                <a:solidFill>
                  <a:srgbClr val="08275B"/>
                </a:solidFill>
                <a:latin typeface="Times New Roman" panose="02020503050405090304" charset="0"/>
                <a:ea typeface="Aptos"/>
                <a:cs typeface="Times New Roman" panose="02020503050405090304" charset="0"/>
              </a:endParaRPr>
            </a:p>
          </p:txBody>
        </p:sp>
        <p:sp>
          <p:nvSpPr>
            <p:cNvPr id="165" name="fusion-conv2"/>
            <p:cNvSpPr>
              <a:spLocks noGrp="1"/>
            </p:cNvSpPr>
            <p:nvPr/>
          </p:nvSpPr>
          <p:spPr>
            <a:xfrm>
              <a:off x="4810" y="12038"/>
              <a:ext cx="4922" cy="855"/>
            </a:xfrm>
            <a:prstGeom prst="roundRect">
              <a:avLst>
                <a:gd name="adj" fmla="val 14035"/>
              </a:avLst>
            </a:prstGeom>
            <a:solidFill>
              <a:srgbClr val="EDF5FF"/>
            </a:solidFill>
            <a:ln w="14288">
              <a:solidFill>
                <a:srgbClr val="77A7E8"/>
              </a:solidFill>
              <a:prstDash val="solid"/>
            </a:ln>
          </p:spPr>
          <p:txBody>
            <a:bodyPr wrap="square" lIns="47625" tIns="38100" rIns="47625" bIns="38100" anchor="ctr">
              <a:normAutofit/>
            </a:bodyPr>
            <a:lstStyle/>
            <a:p>
              <a:pPr algn="ctr">
                <a:lnSpc>
                  <a:spcPct val="91000"/>
                </a:lnSpc>
                <a:buNone/>
                <a:defRPr sz="1425" b="1">
                  <a:solidFill>
                    <a:srgbClr val="08275B"/>
                  </a:solidFill>
                  <a:latin typeface="Aptos"/>
                  <a:ea typeface="Aptos"/>
                  <a:cs typeface="Aptos"/>
                </a:defRPr>
              </a:pPr>
              <a:r>
                <a:rPr sz="2000">
                  <a:solidFill>
                    <a:srgbClr val="08275B"/>
                  </a:solidFill>
                  <a:latin typeface="Times New Roman" panose="02020503050405090304" charset="0"/>
                  <a:ea typeface="Aptos"/>
                  <a:cs typeface="Times New Roman" panose="02020503050405090304" charset="0"/>
                </a:rPr>
                <a:t>3×3 Conv + BN + ReLU</a:t>
              </a:r>
              <a:endParaRPr sz="2000">
                <a:solidFill>
                  <a:srgbClr val="08275B"/>
                </a:solidFill>
                <a:latin typeface="Times New Roman" panose="02020503050405090304" charset="0"/>
                <a:ea typeface="Aptos"/>
                <a:cs typeface="Times New Roman" panose="02020503050405090304" charset="0"/>
              </a:endParaRPr>
            </a:p>
          </p:txBody>
        </p:sp>
        <p:grpSp>
          <p:nvGrpSpPr>
            <p:cNvPr id="370" name="组合 369"/>
            <p:cNvGrpSpPr/>
            <p:nvPr/>
          </p:nvGrpSpPr>
          <p:grpSpPr>
            <a:xfrm rot="0">
              <a:off x="4733" y="4060"/>
              <a:ext cx="4882" cy="5176"/>
              <a:chOff x="4065" y="4380"/>
              <a:chExt cx="4863" cy="5176"/>
            </a:xfrm>
          </p:grpSpPr>
          <p:sp>
            <p:nvSpPr>
              <p:cNvPr id="2" name="rgb-label"/>
              <p:cNvSpPr>
                <a:spLocks noGrp="1"/>
              </p:cNvSpPr>
              <p:nvPr/>
            </p:nvSpPr>
            <p:spPr>
              <a:xfrm>
                <a:off x="4535" y="4380"/>
                <a:ext cx="1800" cy="54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28575" tIns="19050" rIns="28575" bIns="19050" anchor="ctr">
                <a:normAutofit/>
              </a:bodyPr>
              <a:lstStyle/>
              <a:p>
                <a:pPr algn="ctr">
                  <a:lnSpc>
                    <a:spcPct val="93000"/>
                  </a:lnSpc>
                  <a:buNone/>
                  <a:defRPr sz="1425" b="1">
                    <a:solidFill>
                      <a:srgbClr val="08275B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1425" b="0">
                    <a:solidFill>
                      <a:srgbClr val="08275B"/>
                    </a:solidFill>
                    <a:latin typeface="Times New Roman" panose="02020503050405090304" charset="0"/>
                    <a:ea typeface="Aptos"/>
                    <a:cs typeface="Times New Roman" panose="02020503050405090304" charset="0"/>
                  </a:rPr>
                  <a:t>RGB Frames</a:t>
                </a:r>
                <a:endParaRPr sz="1425" b="0">
                  <a:solidFill>
                    <a:srgbClr val="08275B"/>
                  </a:solidFill>
                  <a:latin typeface="Times New Roman" panose="02020503050405090304" charset="0"/>
                  <a:ea typeface="Aptos"/>
                  <a:cs typeface="Times New Roman" panose="02020503050405090304" charset="0"/>
                </a:endParaRPr>
              </a:p>
            </p:txBody>
          </p:sp>
          <p:sp>
            <p:nvSpPr>
              <p:cNvPr id="69" name="diff-label"/>
              <p:cNvSpPr>
                <a:spLocks noGrp="1"/>
              </p:cNvSpPr>
              <p:nvPr/>
            </p:nvSpPr>
            <p:spPr>
              <a:xfrm>
                <a:off x="4065" y="7155"/>
                <a:ext cx="2656" cy="87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28575" tIns="19050" rIns="28575" bIns="19050" anchor="ctr">
                <a:normAutofit/>
              </a:bodyPr>
              <a:lstStyle/>
              <a:p>
                <a:pPr algn="ctr">
                  <a:lnSpc>
                    <a:spcPct val="93000"/>
                  </a:lnSpc>
                  <a:buNone/>
                  <a:defRPr sz="1425" b="1">
                    <a:solidFill>
                      <a:srgbClr val="08275B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1425" b="0">
                    <a:solidFill>
                      <a:srgbClr val="08275B"/>
                    </a:solidFill>
                    <a:latin typeface="Times New Roman" panose="02020503050405090304" charset="0"/>
                    <a:ea typeface="Aptos"/>
                    <a:cs typeface="Times New Roman" panose="02020503050405090304" charset="0"/>
                  </a:rPr>
                  <a:t>Adjacent-frame</a:t>
                </a:r>
                <a:endParaRPr sz="1425" b="0">
                  <a:solidFill>
                    <a:srgbClr val="08275B"/>
                  </a:solidFill>
                  <a:latin typeface="Times New Roman" panose="02020503050405090304" charset="0"/>
                  <a:ea typeface="Aptos"/>
                  <a:cs typeface="Times New Roman" panose="02020503050405090304" charset="0"/>
                </a:endParaRPr>
              </a:p>
              <a:p>
                <a:pPr algn="ctr">
                  <a:lnSpc>
                    <a:spcPct val="93000"/>
                  </a:lnSpc>
                  <a:buNone/>
                  <a:defRPr sz="1425" b="1">
                    <a:solidFill>
                      <a:srgbClr val="08275B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1425" b="0">
                    <a:solidFill>
                      <a:srgbClr val="08275B"/>
                    </a:solidFill>
                    <a:latin typeface="Times New Roman" panose="02020503050405090304" charset="0"/>
                    <a:ea typeface="Aptos"/>
                    <a:cs typeface="Times New Roman" panose="02020503050405090304" charset="0"/>
                  </a:rPr>
                  <a:t>Differences</a:t>
                </a:r>
                <a:endParaRPr sz="1425" b="0">
                  <a:solidFill>
                    <a:srgbClr val="08275B"/>
                  </a:solidFill>
                  <a:latin typeface="Times New Roman" panose="02020503050405090304" charset="0"/>
                  <a:ea typeface="Aptos"/>
                  <a:cs typeface="Times New Roman" panose="02020503050405090304" charset="0"/>
                </a:endParaRPr>
              </a:p>
            </p:txBody>
          </p:sp>
          <p:pic>
            <p:nvPicPr>
              <p:cNvPr id="262" name="图片 261"/>
              <p:cNvPicPr>
                <a:picLocks noChangeAspect="1"/>
              </p:cNvPicPr>
              <p:nvPr/>
            </p:nvPicPr>
            <p:blipFill>
              <a:blip r:embed="rId2"/>
              <a:srcRect l="11454" t="9589" r="3524" b="4894"/>
              <a:stretch>
                <a:fillRect/>
              </a:stretch>
            </p:blipFill>
            <p:spPr>
              <a:xfrm>
                <a:off x="4365" y="4855"/>
                <a:ext cx="1877" cy="1955"/>
              </a:xfrm>
              <a:prstGeom prst="cube">
                <a:avLst/>
              </a:prstGeom>
            </p:spPr>
          </p:pic>
          <p:pic>
            <p:nvPicPr>
              <p:cNvPr id="263" name="图片 262" descr="截屏2026-08-28 01.42.11"/>
              <p:cNvPicPr>
                <a:picLocks noChangeAspect="1"/>
              </p:cNvPicPr>
              <p:nvPr/>
            </p:nvPicPr>
            <p:blipFill>
              <a:blip r:embed="rId3"/>
              <a:srcRect l="-2794" t="5523" r="7990" b="1105"/>
              <a:stretch>
                <a:fillRect/>
              </a:stretch>
            </p:blipFill>
            <p:spPr>
              <a:xfrm>
                <a:off x="4275" y="7950"/>
                <a:ext cx="1934" cy="1606"/>
              </a:xfrm>
              <a:prstGeom prst="cube">
                <a:avLst/>
              </a:prstGeom>
            </p:spPr>
          </p:pic>
          <p:sp>
            <p:nvSpPr>
              <p:cNvPr id="264" name="右大括号 263"/>
              <p:cNvSpPr/>
              <p:nvPr/>
            </p:nvSpPr>
            <p:spPr>
              <a:xfrm>
                <a:off x="6462" y="5152"/>
                <a:ext cx="567" cy="3742"/>
              </a:xfrm>
              <a:prstGeom prst="rightBrace">
                <a:avLst/>
              </a:prstGeom>
              <a:ln w="31750" cap="rnd">
                <a:solidFill>
                  <a:prstClr val="black"/>
                </a:solidFill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369" name="组合 368"/>
              <p:cNvGrpSpPr/>
              <p:nvPr/>
            </p:nvGrpSpPr>
            <p:grpSpPr>
              <a:xfrm>
                <a:off x="7258" y="5757"/>
                <a:ext cx="1671" cy="2174"/>
                <a:chOff x="7155" y="7293"/>
                <a:chExt cx="1671" cy="2174"/>
              </a:xfrm>
            </p:grpSpPr>
            <p:sp>
              <p:nvSpPr>
                <p:cNvPr id="265" name="立方体 264"/>
                <p:cNvSpPr/>
                <p:nvPr/>
              </p:nvSpPr>
              <p:spPr>
                <a:xfrm>
                  <a:off x="7158" y="7298"/>
                  <a:ext cx="1661" cy="2152"/>
                </a:xfrm>
                <a:prstGeom prst="cube">
                  <a:avLst>
                    <a:gd name="adj" fmla="val 29966"/>
                  </a:avLst>
                </a:prstGeom>
                <a:solidFill>
                  <a:srgbClr val="EDF5FF"/>
                </a:solidFill>
                <a:ln>
                  <a:solidFill>
                    <a:srgbClr val="2369D8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" name="concat-grid-0-0"/>
                <p:cNvSpPr>
                  <a:spLocks noGrp="1"/>
                </p:cNvSpPr>
                <p:nvPr/>
              </p:nvSpPr>
              <p:spPr>
                <a:xfrm>
                  <a:off x="7155" y="7800"/>
                  <a:ext cx="270" cy="255"/>
                </a:xfrm>
                <a:prstGeom prst="roundRect">
                  <a:avLst>
                    <a:gd name="adj" fmla="val 5882"/>
                  </a:avLst>
                </a:prstGeom>
                <a:solidFill>
                  <a:srgbClr val="EDF5FF"/>
                </a:solidFill>
                <a:ln w="9525">
                  <a:solidFill>
                    <a:srgbClr val="2369D8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" name="concat-grid-0-1"/>
                <p:cNvSpPr>
                  <a:spLocks noGrp="1"/>
                </p:cNvSpPr>
                <p:nvPr/>
              </p:nvSpPr>
              <p:spPr>
                <a:xfrm>
                  <a:off x="7440" y="7800"/>
                  <a:ext cx="270" cy="255"/>
                </a:xfrm>
                <a:prstGeom prst="roundRect">
                  <a:avLst>
                    <a:gd name="adj" fmla="val 5882"/>
                  </a:avLst>
                </a:prstGeom>
                <a:solidFill>
                  <a:srgbClr val="EDF5FF"/>
                </a:solidFill>
                <a:ln w="9525">
                  <a:solidFill>
                    <a:srgbClr val="2369D8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" name="concat-grid-0-2"/>
                <p:cNvSpPr>
                  <a:spLocks noGrp="1"/>
                </p:cNvSpPr>
                <p:nvPr/>
              </p:nvSpPr>
              <p:spPr>
                <a:xfrm>
                  <a:off x="7725" y="7800"/>
                  <a:ext cx="270" cy="255"/>
                </a:xfrm>
                <a:prstGeom prst="roundRect">
                  <a:avLst>
                    <a:gd name="adj" fmla="val 5882"/>
                  </a:avLst>
                </a:prstGeom>
                <a:solidFill>
                  <a:srgbClr val="EDF5FF"/>
                </a:solidFill>
                <a:ln w="9525">
                  <a:solidFill>
                    <a:srgbClr val="2369D8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0" name="concat-grid-0-3"/>
                <p:cNvSpPr>
                  <a:spLocks noGrp="1"/>
                </p:cNvSpPr>
                <p:nvPr/>
              </p:nvSpPr>
              <p:spPr>
                <a:xfrm>
                  <a:off x="8010" y="7800"/>
                  <a:ext cx="285" cy="255"/>
                </a:xfrm>
                <a:prstGeom prst="roundRect">
                  <a:avLst>
                    <a:gd name="adj" fmla="val 5882"/>
                  </a:avLst>
                </a:prstGeom>
                <a:solidFill>
                  <a:srgbClr val="EDF5FF"/>
                </a:solidFill>
                <a:ln w="9525">
                  <a:solidFill>
                    <a:srgbClr val="2369D8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1" name="concat-grid-1-0"/>
                <p:cNvSpPr>
                  <a:spLocks noGrp="1"/>
                </p:cNvSpPr>
                <p:nvPr/>
              </p:nvSpPr>
              <p:spPr>
                <a:xfrm>
                  <a:off x="7155" y="8085"/>
                  <a:ext cx="270" cy="255"/>
                </a:xfrm>
                <a:prstGeom prst="roundRect">
                  <a:avLst>
                    <a:gd name="adj" fmla="val 5882"/>
                  </a:avLst>
                </a:prstGeom>
                <a:solidFill>
                  <a:srgbClr val="EDF5FF"/>
                </a:solidFill>
                <a:ln w="9525">
                  <a:solidFill>
                    <a:srgbClr val="2369D8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" name="concat-grid-1-1"/>
                <p:cNvSpPr>
                  <a:spLocks noGrp="1"/>
                </p:cNvSpPr>
                <p:nvPr/>
              </p:nvSpPr>
              <p:spPr>
                <a:xfrm>
                  <a:off x="7440" y="8085"/>
                  <a:ext cx="270" cy="255"/>
                </a:xfrm>
                <a:prstGeom prst="roundRect">
                  <a:avLst>
                    <a:gd name="adj" fmla="val 5882"/>
                  </a:avLst>
                </a:prstGeom>
                <a:solidFill>
                  <a:srgbClr val="EDF5FF"/>
                </a:solidFill>
                <a:ln w="9525">
                  <a:solidFill>
                    <a:srgbClr val="2369D8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" name="concat-grid-1-2"/>
                <p:cNvSpPr>
                  <a:spLocks noGrp="1"/>
                </p:cNvSpPr>
                <p:nvPr/>
              </p:nvSpPr>
              <p:spPr>
                <a:xfrm>
                  <a:off x="7725" y="8085"/>
                  <a:ext cx="270" cy="255"/>
                </a:xfrm>
                <a:prstGeom prst="roundRect">
                  <a:avLst>
                    <a:gd name="adj" fmla="val 5882"/>
                  </a:avLst>
                </a:prstGeom>
                <a:solidFill>
                  <a:srgbClr val="EDF5FF"/>
                </a:solidFill>
                <a:ln w="9525">
                  <a:solidFill>
                    <a:srgbClr val="2369D8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4" name="concat-grid-1-3"/>
                <p:cNvSpPr>
                  <a:spLocks noGrp="1"/>
                </p:cNvSpPr>
                <p:nvPr/>
              </p:nvSpPr>
              <p:spPr>
                <a:xfrm>
                  <a:off x="8010" y="8085"/>
                  <a:ext cx="285" cy="255"/>
                </a:xfrm>
                <a:prstGeom prst="roundRect">
                  <a:avLst>
                    <a:gd name="adj" fmla="val 5882"/>
                  </a:avLst>
                </a:prstGeom>
                <a:solidFill>
                  <a:srgbClr val="EDF5FF"/>
                </a:solidFill>
                <a:ln w="9525">
                  <a:solidFill>
                    <a:srgbClr val="2369D8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2" name="concat-grid-2-0"/>
                <p:cNvSpPr>
                  <a:spLocks noGrp="1"/>
                </p:cNvSpPr>
                <p:nvPr/>
              </p:nvSpPr>
              <p:spPr>
                <a:xfrm>
                  <a:off x="7155" y="8370"/>
                  <a:ext cx="270" cy="255"/>
                </a:xfrm>
                <a:prstGeom prst="roundRect">
                  <a:avLst>
                    <a:gd name="adj" fmla="val 5882"/>
                  </a:avLst>
                </a:prstGeom>
                <a:solidFill>
                  <a:srgbClr val="EDF5FF"/>
                </a:solidFill>
                <a:ln w="9525">
                  <a:solidFill>
                    <a:srgbClr val="2369D8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" name="concat-grid-2-1"/>
                <p:cNvSpPr>
                  <a:spLocks noGrp="1"/>
                </p:cNvSpPr>
                <p:nvPr/>
              </p:nvSpPr>
              <p:spPr>
                <a:xfrm>
                  <a:off x="7440" y="8370"/>
                  <a:ext cx="270" cy="255"/>
                </a:xfrm>
                <a:prstGeom prst="roundRect">
                  <a:avLst>
                    <a:gd name="adj" fmla="val 5882"/>
                  </a:avLst>
                </a:prstGeom>
                <a:solidFill>
                  <a:srgbClr val="EDF5FF"/>
                </a:solidFill>
                <a:ln w="9525">
                  <a:solidFill>
                    <a:srgbClr val="2369D8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" name="concat-grid-2-2"/>
                <p:cNvSpPr>
                  <a:spLocks noGrp="1"/>
                </p:cNvSpPr>
                <p:nvPr/>
              </p:nvSpPr>
              <p:spPr>
                <a:xfrm>
                  <a:off x="7725" y="8370"/>
                  <a:ext cx="270" cy="255"/>
                </a:xfrm>
                <a:prstGeom prst="roundRect">
                  <a:avLst>
                    <a:gd name="adj" fmla="val 5882"/>
                  </a:avLst>
                </a:prstGeom>
                <a:solidFill>
                  <a:srgbClr val="EDF5FF"/>
                </a:solidFill>
                <a:ln w="9525">
                  <a:solidFill>
                    <a:srgbClr val="2369D8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" name="concat-grid-2-3"/>
                <p:cNvSpPr>
                  <a:spLocks noGrp="1"/>
                </p:cNvSpPr>
                <p:nvPr/>
              </p:nvSpPr>
              <p:spPr>
                <a:xfrm>
                  <a:off x="8010" y="8370"/>
                  <a:ext cx="285" cy="255"/>
                </a:xfrm>
                <a:prstGeom prst="roundRect">
                  <a:avLst>
                    <a:gd name="adj" fmla="val 5882"/>
                  </a:avLst>
                </a:prstGeom>
                <a:solidFill>
                  <a:srgbClr val="EDF5FF"/>
                </a:solidFill>
                <a:ln w="9525">
                  <a:solidFill>
                    <a:srgbClr val="2369D8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1" name="concat-grid-3-0"/>
                <p:cNvSpPr>
                  <a:spLocks noGrp="1"/>
                </p:cNvSpPr>
                <p:nvPr/>
              </p:nvSpPr>
              <p:spPr>
                <a:xfrm>
                  <a:off x="7155" y="8655"/>
                  <a:ext cx="270" cy="255"/>
                </a:xfrm>
                <a:prstGeom prst="roundRect">
                  <a:avLst>
                    <a:gd name="adj" fmla="val 5882"/>
                  </a:avLst>
                </a:prstGeom>
                <a:solidFill>
                  <a:srgbClr val="EDF5FF"/>
                </a:solidFill>
                <a:ln w="9525">
                  <a:solidFill>
                    <a:srgbClr val="2369D8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4" name="concat-grid-3-1"/>
                <p:cNvSpPr>
                  <a:spLocks noGrp="1"/>
                </p:cNvSpPr>
                <p:nvPr/>
              </p:nvSpPr>
              <p:spPr>
                <a:xfrm>
                  <a:off x="7440" y="8655"/>
                  <a:ext cx="270" cy="255"/>
                </a:xfrm>
                <a:prstGeom prst="roundRect">
                  <a:avLst>
                    <a:gd name="adj" fmla="val 5882"/>
                  </a:avLst>
                </a:prstGeom>
                <a:solidFill>
                  <a:srgbClr val="EDF5FF"/>
                </a:solidFill>
                <a:ln w="9525">
                  <a:solidFill>
                    <a:srgbClr val="2369D8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8" name="concat-grid-3-2"/>
                <p:cNvSpPr>
                  <a:spLocks noGrp="1"/>
                </p:cNvSpPr>
                <p:nvPr/>
              </p:nvSpPr>
              <p:spPr>
                <a:xfrm>
                  <a:off x="7725" y="8655"/>
                  <a:ext cx="270" cy="255"/>
                </a:xfrm>
                <a:prstGeom prst="roundRect">
                  <a:avLst>
                    <a:gd name="adj" fmla="val 5882"/>
                  </a:avLst>
                </a:prstGeom>
                <a:solidFill>
                  <a:srgbClr val="EDF5FF"/>
                </a:solidFill>
                <a:ln w="9525">
                  <a:solidFill>
                    <a:srgbClr val="2369D8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9" name="concat-grid-3-3"/>
                <p:cNvSpPr>
                  <a:spLocks noGrp="1"/>
                </p:cNvSpPr>
                <p:nvPr/>
              </p:nvSpPr>
              <p:spPr>
                <a:xfrm>
                  <a:off x="8010" y="8655"/>
                  <a:ext cx="285" cy="255"/>
                </a:xfrm>
                <a:prstGeom prst="roundRect">
                  <a:avLst>
                    <a:gd name="adj" fmla="val 5882"/>
                  </a:avLst>
                </a:prstGeom>
                <a:solidFill>
                  <a:srgbClr val="EDF5FF"/>
                </a:solidFill>
                <a:ln w="9525">
                  <a:solidFill>
                    <a:srgbClr val="2369D8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82" name="组合 281"/>
                <p:cNvGrpSpPr/>
                <p:nvPr/>
              </p:nvGrpSpPr>
              <p:grpSpPr>
                <a:xfrm>
                  <a:off x="7156" y="8929"/>
                  <a:ext cx="1139" cy="539"/>
                  <a:chOff x="7355" y="8570"/>
                  <a:chExt cx="1109" cy="539"/>
                </a:xfrm>
              </p:grpSpPr>
              <p:sp>
                <p:nvSpPr>
                  <p:cNvPr id="274" name="concat-grid-2-0"/>
                  <p:cNvSpPr>
                    <a:spLocks noGrp="1"/>
                  </p:cNvSpPr>
                  <p:nvPr/>
                </p:nvSpPr>
                <p:spPr>
                  <a:xfrm>
                    <a:off x="7355" y="8570"/>
                    <a:ext cx="255" cy="255"/>
                  </a:xfrm>
                  <a:prstGeom prst="roundRect">
                    <a:avLst>
                      <a:gd name="adj" fmla="val 5882"/>
                    </a:avLst>
                  </a:prstGeom>
                  <a:solidFill>
                    <a:schemeClr val="bg2">
                      <a:lumMod val="90000"/>
                    </a:schemeClr>
                  </a:solidFill>
                  <a:ln w="9525">
                    <a:solidFill>
                      <a:schemeClr val="bg2">
                        <a:lumMod val="50000"/>
                      </a:schemeClr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75" name="concat-grid-2-1"/>
                  <p:cNvSpPr>
                    <a:spLocks noGrp="1"/>
                  </p:cNvSpPr>
                  <p:nvPr/>
                </p:nvSpPr>
                <p:spPr>
                  <a:xfrm>
                    <a:off x="7640" y="8570"/>
                    <a:ext cx="255" cy="255"/>
                  </a:xfrm>
                  <a:prstGeom prst="roundRect">
                    <a:avLst>
                      <a:gd name="adj" fmla="val 5882"/>
                    </a:avLst>
                  </a:prstGeom>
                  <a:solidFill>
                    <a:schemeClr val="bg2">
                      <a:lumMod val="90000"/>
                    </a:schemeClr>
                  </a:solidFill>
                  <a:ln w="9525">
                    <a:solidFill>
                      <a:schemeClr val="bg2">
                        <a:lumMod val="50000"/>
                      </a:schemeClr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76" name="concat-grid-2-2"/>
                  <p:cNvSpPr>
                    <a:spLocks noGrp="1"/>
                  </p:cNvSpPr>
                  <p:nvPr/>
                </p:nvSpPr>
                <p:spPr>
                  <a:xfrm>
                    <a:off x="7925" y="8570"/>
                    <a:ext cx="255" cy="255"/>
                  </a:xfrm>
                  <a:prstGeom prst="roundRect">
                    <a:avLst>
                      <a:gd name="adj" fmla="val 5882"/>
                    </a:avLst>
                  </a:prstGeom>
                  <a:solidFill>
                    <a:schemeClr val="bg2">
                      <a:lumMod val="90000"/>
                    </a:schemeClr>
                  </a:solidFill>
                  <a:ln w="9525">
                    <a:solidFill>
                      <a:schemeClr val="bg2">
                        <a:lumMod val="50000"/>
                      </a:schemeClr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77" name="concat-grid-2-3"/>
                  <p:cNvSpPr>
                    <a:spLocks noGrp="1"/>
                  </p:cNvSpPr>
                  <p:nvPr/>
                </p:nvSpPr>
                <p:spPr>
                  <a:xfrm>
                    <a:off x="8210" y="8570"/>
                    <a:ext cx="255" cy="255"/>
                  </a:xfrm>
                  <a:prstGeom prst="roundRect">
                    <a:avLst>
                      <a:gd name="adj" fmla="val 5882"/>
                    </a:avLst>
                  </a:prstGeom>
                  <a:solidFill>
                    <a:schemeClr val="bg2">
                      <a:lumMod val="90000"/>
                    </a:schemeClr>
                  </a:solidFill>
                  <a:ln w="9525">
                    <a:solidFill>
                      <a:schemeClr val="bg2">
                        <a:lumMod val="50000"/>
                      </a:schemeClr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78" name="concat-grid-3-0"/>
                  <p:cNvSpPr>
                    <a:spLocks noGrp="1"/>
                  </p:cNvSpPr>
                  <p:nvPr/>
                </p:nvSpPr>
                <p:spPr>
                  <a:xfrm>
                    <a:off x="7355" y="8855"/>
                    <a:ext cx="255" cy="255"/>
                  </a:xfrm>
                  <a:prstGeom prst="roundRect">
                    <a:avLst>
                      <a:gd name="adj" fmla="val 5882"/>
                    </a:avLst>
                  </a:prstGeom>
                  <a:solidFill>
                    <a:schemeClr val="bg2">
                      <a:lumMod val="90000"/>
                    </a:schemeClr>
                  </a:solidFill>
                  <a:ln w="9525">
                    <a:solidFill>
                      <a:schemeClr val="bg2">
                        <a:lumMod val="50000"/>
                      </a:schemeClr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79" name="concat-grid-3-1"/>
                  <p:cNvSpPr>
                    <a:spLocks noGrp="1"/>
                  </p:cNvSpPr>
                  <p:nvPr/>
                </p:nvSpPr>
                <p:spPr>
                  <a:xfrm>
                    <a:off x="7640" y="8855"/>
                    <a:ext cx="255" cy="255"/>
                  </a:xfrm>
                  <a:prstGeom prst="roundRect">
                    <a:avLst>
                      <a:gd name="adj" fmla="val 5882"/>
                    </a:avLst>
                  </a:prstGeom>
                  <a:solidFill>
                    <a:schemeClr val="bg2">
                      <a:lumMod val="90000"/>
                    </a:schemeClr>
                  </a:solidFill>
                  <a:ln w="9525">
                    <a:solidFill>
                      <a:schemeClr val="bg2">
                        <a:lumMod val="50000"/>
                      </a:schemeClr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80" name="concat-grid-3-2"/>
                  <p:cNvSpPr>
                    <a:spLocks noGrp="1"/>
                  </p:cNvSpPr>
                  <p:nvPr/>
                </p:nvSpPr>
                <p:spPr>
                  <a:xfrm>
                    <a:off x="7925" y="8855"/>
                    <a:ext cx="255" cy="255"/>
                  </a:xfrm>
                  <a:prstGeom prst="roundRect">
                    <a:avLst>
                      <a:gd name="adj" fmla="val 5882"/>
                    </a:avLst>
                  </a:prstGeom>
                  <a:solidFill>
                    <a:schemeClr val="bg2">
                      <a:lumMod val="90000"/>
                    </a:schemeClr>
                  </a:solidFill>
                  <a:ln w="9525">
                    <a:solidFill>
                      <a:schemeClr val="bg2">
                        <a:lumMod val="50000"/>
                      </a:schemeClr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81" name="concat-grid-3-3"/>
                  <p:cNvSpPr>
                    <a:spLocks noGrp="1"/>
                  </p:cNvSpPr>
                  <p:nvPr/>
                </p:nvSpPr>
                <p:spPr>
                  <a:xfrm>
                    <a:off x="8210" y="8855"/>
                    <a:ext cx="255" cy="255"/>
                  </a:xfrm>
                  <a:prstGeom prst="roundRect">
                    <a:avLst>
                      <a:gd name="adj" fmla="val 5882"/>
                    </a:avLst>
                  </a:prstGeom>
                  <a:solidFill>
                    <a:schemeClr val="bg2">
                      <a:lumMod val="90000"/>
                    </a:schemeClr>
                  </a:solidFill>
                  <a:ln w="9525">
                    <a:solidFill>
                      <a:schemeClr val="bg2">
                        <a:lumMod val="50000"/>
                      </a:schemeClr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95" name="concat-grid-3-0"/>
                <p:cNvSpPr>
                  <a:spLocks noGrp="1"/>
                </p:cNvSpPr>
                <p:nvPr/>
              </p:nvSpPr>
              <p:spPr>
                <a:xfrm>
                  <a:off x="7158" y="7666"/>
                  <a:ext cx="402" cy="120"/>
                </a:xfrm>
                <a:prstGeom prst="parallelogram">
                  <a:avLst>
                    <a:gd name="adj" fmla="val 96078"/>
                  </a:avLst>
                </a:prstGeom>
                <a:solidFill>
                  <a:srgbClr val="EDF5FF"/>
                </a:solidFill>
                <a:ln w="9525">
                  <a:solidFill>
                    <a:srgbClr val="2369D8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3" name="concat-grid-3-0"/>
                <p:cNvSpPr>
                  <a:spLocks noGrp="1"/>
                </p:cNvSpPr>
                <p:nvPr/>
              </p:nvSpPr>
              <p:spPr>
                <a:xfrm>
                  <a:off x="7293" y="7533"/>
                  <a:ext cx="402" cy="120"/>
                </a:xfrm>
                <a:prstGeom prst="parallelogram">
                  <a:avLst>
                    <a:gd name="adj" fmla="val 96078"/>
                  </a:avLst>
                </a:prstGeom>
                <a:solidFill>
                  <a:srgbClr val="EDF5FF"/>
                </a:solidFill>
                <a:ln w="9525">
                  <a:solidFill>
                    <a:srgbClr val="2369D8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4" name="concat-grid-3-0"/>
                <p:cNvSpPr>
                  <a:spLocks noGrp="1"/>
                </p:cNvSpPr>
                <p:nvPr/>
              </p:nvSpPr>
              <p:spPr>
                <a:xfrm>
                  <a:off x="7410" y="7419"/>
                  <a:ext cx="402" cy="120"/>
                </a:xfrm>
                <a:prstGeom prst="parallelogram">
                  <a:avLst>
                    <a:gd name="adj" fmla="val 96078"/>
                  </a:avLst>
                </a:prstGeom>
                <a:solidFill>
                  <a:srgbClr val="EDF5FF"/>
                </a:solidFill>
                <a:ln w="9525">
                  <a:solidFill>
                    <a:srgbClr val="2369D8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5" name="concat-grid-3-0"/>
                <p:cNvSpPr>
                  <a:spLocks noGrp="1"/>
                </p:cNvSpPr>
                <p:nvPr/>
              </p:nvSpPr>
              <p:spPr>
                <a:xfrm>
                  <a:off x="7537" y="7293"/>
                  <a:ext cx="402" cy="120"/>
                </a:xfrm>
                <a:prstGeom prst="parallelogram">
                  <a:avLst>
                    <a:gd name="adj" fmla="val 96078"/>
                  </a:avLst>
                </a:prstGeom>
                <a:solidFill>
                  <a:srgbClr val="EDF5FF"/>
                </a:solidFill>
                <a:ln w="9525">
                  <a:solidFill>
                    <a:srgbClr val="2369D8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310" name="组合 309"/>
                <p:cNvGrpSpPr/>
                <p:nvPr/>
              </p:nvGrpSpPr>
              <p:grpSpPr>
                <a:xfrm>
                  <a:off x="7440" y="7298"/>
                  <a:ext cx="781" cy="493"/>
                  <a:chOff x="7440" y="7298"/>
                  <a:chExt cx="781" cy="493"/>
                </a:xfrm>
              </p:grpSpPr>
              <p:sp>
                <p:nvSpPr>
                  <p:cNvPr id="306" name="concat-grid-3-0"/>
                  <p:cNvSpPr>
                    <a:spLocks noGrp="1"/>
                  </p:cNvSpPr>
                  <p:nvPr/>
                </p:nvSpPr>
                <p:spPr>
                  <a:xfrm>
                    <a:off x="7440" y="7671"/>
                    <a:ext cx="402" cy="120"/>
                  </a:xfrm>
                  <a:prstGeom prst="parallelogram">
                    <a:avLst>
                      <a:gd name="adj" fmla="val 96078"/>
                    </a:avLst>
                  </a:prstGeom>
                  <a:solidFill>
                    <a:srgbClr val="EDF5FF"/>
                  </a:solidFill>
                  <a:ln w="9525">
                    <a:solidFill>
                      <a:srgbClr val="2369D8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7" name="concat-grid-3-0"/>
                  <p:cNvSpPr>
                    <a:spLocks noGrp="1"/>
                  </p:cNvSpPr>
                  <p:nvPr/>
                </p:nvSpPr>
                <p:spPr>
                  <a:xfrm>
                    <a:off x="7575" y="7538"/>
                    <a:ext cx="402" cy="120"/>
                  </a:xfrm>
                  <a:prstGeom prst="parallelogram">
                    <a:avLst>
                      <a:gd name="adj" fmla="val 96078"/>
                    </a:avLst>
                  </a:prstGeom>
                  <a:solidFill>
                    <a:srgbClr val="EDF5FF"/>
                  </a:solidFill>
                  <a:ln w="9525">
                    <a:solidFill>
                      <a:srgbClr val="2369D8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8" name="concat-grid-3-0"/>
                  <p:cNvSpPr>
                    <a:spLocks noGrp="1"/>
                  </p:cNvSpPr>
                  <p:nvPr/>
                </p:nvSpPr>
                <p:spPr>
                  <a:xfrm>
                    <a:off x="7692" y="7424"/>
                    <a:ext cx="402" cy="120"/>
                  </a:xfrm>
                  <a:prstGeom prst="parallelogram">
                    <a:avLst>
                      <a:gd name="adj" fmla="val 96078"/>
                    </a:avLst>
                  </a:prstGeom>
                  <a:solidFill>
                    <a:srgbClr val="EDF5FF"/>
                  </a:solidFill>
                  <a:ln w="9525">
                    <a:solidFill>
                      <a:srgbClr val="2369D8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9" name="concat-grid-3-0"/>
                  <p:cNvSpPr>
                    <a:spLocks noGrp="1"/>
                  </p:cNvSpPr>
                  <p:nvPr/>
                </p:nvSpPr>
                <p:spPr>
                  <a:xfrm>
                    <a:off x="7819" y="7298"/>
                    <a:ext cx="402" cy="120"/>
                  </a:xfrm>
                  <a:prstGeom prst="parallelogram">
                    <a:avLst>
                      <a:gd name="adj" fmla="val 96078"/>
                    </a:avLst>
                  </a:prstGeom>
                  <a:solidFill>
                    <a:srgbClr val="EDF5FF"/>
                  </a:solidFill>
                  <a:ln w="9525">
                    <a:solidFill>
                      <a:srgbClr val="2369D8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15" name="组合 314"/>
                <p:cNvGrpSpPr/>
                <p:nvPr/>
              </p:nvGrpSpPr>
              <p:grpSpPr>
                <a:xfrm>
                  <a:off x="7734" y="7298"/>
                  <a:ext cx="781" cy="493"/>
                  <a:chOff x="7440" y="7298"/>
                  <a:chExt cx="781" cy="493"/>
                </a:xfrm>
              </p:grpSpPr>
              <p:sp>
                <p:nvSpPr>
                  <p:cNvPr id="316" name="concat-grid-3-0"/>
                  <p:cNvSpPr>
                    <a:spLocks noGrp="1"/>
                  </p:cNvSpPr>
                  <p:nvPr/>
                </p:nvSpPr>
                <p:spPr>
                  <a:xfrm>
                    <a:off x="7440" y="7671"/>
                    <a:ext cx="402" cy="120"/>
                  </a:xfrm>
                  <a:prstGeom prst="parallelogram">
                    <a:avLst>
                      <a:gd name="adj" fmla="val 96078"/>
                    </a:avLst>
                  </a:prstGeom>
                  <a:solidFill>
                    <a:srgbClr val="EDF5FF"/>
                  </a:solidFill>
                  <a:ln w="9525">
                    <a:solidFill>
                      <a:srgbClr val="2369D8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7" name="concat-grid-3-0"/>
                  <p:cNvSpPr>
                    <a:spLocks noGrp="1"/>
                  </p:cNvSpPr>
                  <p:nvPr/>
                </p:nvSpPr>
                <p:spPr>
                  <a:xfrm>
                    <a:off x="7575" y="7538"/>
                    <a:ext cx="402" cy="120"/>
                  </a:xfrm>
                  <a:prstGeom prst="parallelogram">
                    <a:avLst>
                      <a:gd name="adj" fmla="val 96078"/>
                    </a:avLst>
                  </a:prstGeom>
                  <a:solidFill>
                    <a:srgbClr val="EDF5FF"/>
                  </a:solidFill>
                  <a:ln w="9525">
                    <a:solidFill>
                      <a:srgbClr val="2369D8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8" name="concat-grid-3-0"/>
                  <p:cNvSpPr>
                    <a:spLocks noGrp="1"/>
                  </p:cNvSpPr>
                  <p:nvPr/>
                </p:nvSpPr>
                <p:spPr>
                  <a:xfrm>
                    <a:off x="7692" y="7424"/>
                    <a:ext cx="402" cy="120"/>
                  </a:xfrm>
                  <a:prstGeom prst="parallelogram">
                    <a:avLst>
                      <a:gd name="adj" fmla="val 96078"/>
                    </a:avLst>
                  </a:prstGeom>
                  <a:solidFill>
                    <a:srgbClr val="EDF5FF"/>
                  </a:solidFill>
                  <a:ln w="9525">
                    <a:solidFill>
                      <a:srgbClr val="2369D8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9" name="concat-grid-3-0"/>
                  <p:cNvSpPr>
                    <a:spLocks noGrp="1"/>
                  </p:cNvSpPr>
                  <p:nvPr/>
                </p:nvSpPr>
                <p:spPr>
                  <a:xfrm>
                    <a:off x="7819" y="7298"/>
                    <a:ext cx="402" cy="120"/>
                  </a:xfrm>
                  <a:prstGeom prst="parallelogram">
                    <a:avLst>
                      <a:gd name="adj" fmla="val 96078"/>
                    </a:avLst>
                  </a:prstGeom>
                  <a:solidFill>
                    <a:srgbClr val="EDF5FF"/>
                  </a:solidFill>
                  <a:ln w="9525">
                    <a:solidFill>
                      <a:srgbClr val="2369D8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20" name="组合 319"/>
                <p:cNvGrpSpPr/>
                <p:nvPr/>
              </p:nvGrpSpPr>
              <p:grpSpPr>
                <a:xfrm>
                  <a:off x="8042" y="7298"/>
                  <a:ext cx="781" cy="493"/>
                  <a:chOff x="7440" y="7298"/>
                  <a:chExt cx="781" cy="493"/>
                </a:xfrm>
              </p:grpSpPr>
              <p:sp>
                <p:nvSpPr>
                  <p:cNvPr id="321" name="concat-grid-3-0"/>
                  <p:cNvSpPr>
                    <a:spLocks noGrp="1"/>
                  </p:cNvSpPr>
                  <p:nvPr/>
                </p:nvSpPr>
                <p:spPr>
                  <a:xfrm>
                    <a:off x="7440" y="7671"/>
                    <a:ext cx="402" cy="120"/>
                  </a:xfrm>
                  <a:prstGeom prst="parallelogram">
                    <a:avLst>
                      <a:gd name="adj" fmla="val 96078"/>
                    </a:avLst>
                  </a:prstGeom>
                  <a:solidFill>
                    <a:srgbClr val="EDF5FF"/>
                  </a:solidFill>
                  <a:ln w="9525">
                    <a:solidFill>
                      <a:srgbClr val="2369D8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2" name="concat-grid-3-0"/>
                  <p:cNvSpPr>
                    <a:spLocks noGrp="1"/>
                  </p:cNvSpPr>
                  <p:nvPr/>
                </p:nvSpPr>
                <p:spPr>
                  <a:xfrm>
                    <a:off x="7575" y="7538"/>
                    <a:ext cx="402" cy="120"/>
                  </a:xfrm>
                  <a:prstGeom prst="parallelogram">
                    <a:avLst>
                      <a:gd name="adj" fmla="val 96078"/>
                    </a:avLst>
                  </a:prstGeom>
                  <a:solidFill>
                    <a:srgbClr val="EDF5FF"/>
                  </a:solidFill>
                  <a:ln w="9525">
                    <a:solidFill>
                      <a:srgbClr val="2369D8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3" name="concat-grid-3-0"/>
                  <p:cNvSpPr>
                    <a:spLocks noGrp="1"/>
                  </p:cNvSpPr>
                  <p:nvPr/>
                </p:nvSpPr>
                <p:spPr>
                  <a:xfrm>
                    <a:off x="7692" y="7424"/>
                    <a:ext cx="402" cy="120"/>
                  </a:xfrm>
                  <a:prstGeom prst="parallelogram">
                    <a:avLst>
                      <a:gd name="adj" fmla="val 96078"/>
                    </a:avLst>
                  </a:prstGeom>
                  <a:solidFill>
                    <a:srgbClr val="EDF5FF"/>
                  </a:solidFill>
                  <a:ln w="9525">
                    <a:solidFill>
                      <a:srgbClr val="2369D8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4" name="concat-grid-3-0"/>
                  <p:cNvSpPr>
                    <a:spLocks noGrp="1"/>
                  </p:cNvSpPr>
                  <p:nvPr/>
                </p:nvSpPr>
                <p:spPr>
                  <a:xfrm>
                    <a:off x="7819" y="7298"/>
                    <a:ext cx="402" cy="120"/>
                  </a:xfrm>
                  <a:prstGeom prst="parallelogram">
                    <a:avLst>
                      <a:gd name="adj" fmla="val 96078"/>
                    </a:avLst>
                  </a:prstGeom>
                  <a:solidFill>
                    <a:srgbClr val="EDF5FF"/>
                  </a:solidFill>
                  <a:ln w="9525">
                    <a:solidFill>
                      <a:srgbClr val="2369D8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cxnSp>
              <p:nvCxnSpPr>
                <p:cNvPr id="357" name="直接连接符 356"/>
                <p:cNvCxnSpPr/>
                <p:nvPr/>
              </p:nvCxnSpPr>
              <p:spPr>
                <a:xfrm flipV="1">
                  <a:off x="8316" y="7533"/>
                  <a:ext cx="510" cy="538"/>
                </a:xfrm>
                <a:prstGeom prst="line">
                  <a:avLst/>
                </a:prstGeom>
                <a:ln>
                  <a:solidFill>
                    <a:srgbClr val="2369D8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58" name="直接连接符 357"/>
                <p:cNvCxnSpPr/>
                <p:nvPr/>
              </p:nvCxnSpPr>
              <p:spPr>
                <a:xfrm flipV="1">
                  <a:off x="8316" y="7813"/>
                  <a:ext cx="510" cy="538"/>
                </a:xfrm>
                <a:prstGeom prst="line">
                  <a:avLst/>
                </a:prstGeom>
                <a:ln>
                  <a:solidFill>
                    <a:srgbClr val="2369D8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59" name="直接连接符 358"/>
                <p:cNvCxnSpPr/>
                <p:nvPr/>
              </p:nvCxnSpPr>
              <p:spPr>
                <a:xfrm flipV="1">
                  <a:off x="8316" y="8125"/>
                  <a:ext cx="510" cy="538"/>
                </a:xfrm>
                <a:prstGeom prst="line">
                  <a:avLst/>
                </a:prstGeom>
                <a:ln>
                  <a:solidFill>
                    <a:srgbClr val="2369D8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60" name="直接连接符 359"/>
                <p:cNvCxnSpPr/>
                <p:nvPr/>
              </p:nvCxnSpPr>
              <p:spPr>
                <a:xfrm flipV="1">
                  <a:off x="8294" y="8391"/>
                  <a:ext cx="510" cy="538"/>
                </a:xfrm>
                <a:prstGeom prst="line">
                  <a:avLst/>
                </a:prstGeom>
                <a:ln>
                  <a:solidFill>
                    <a:srgbClr val="2369D8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61" name="直接连接符 360"/>
                <p:cNvCxnSpPr/>
                <p:nvPr/>
              </p:nvCxnSpPr>
              <p:spPr>
                <a:xfrm flipV="1">
                  <a:off x="8316" y="8646"/>
                  <a:ext cx="510" cy="538"/>
                </a:xfrm>
                <a:prstGeom prst="line">
                  <a:avLst/>
                </a:prstGeom>
                <a:ln>
                  <a:solidFill>
                    <a:srgbClr val="657176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63" name="直接连接符 362"/>
                <p:cNvCxnSpPr/>
                <p:nvPr/>
              </p:nvCxnSpPr>
              <p:spPr>
                <a:xfrm>
                  <a:off x="8444" y="7690"/>
                  <a:ext cx="0" cy="1077"/>
                </a:xfrm>
                <a:prstGeom prst="line">
                  <a:avLst/>
                </a:prstGeom>
                <a:ln>
                  <a:solidFill>
                    <a:srgbClr val="2369D8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64" name="直接连接符 363"/>
                <p:cNvCxnSpPr/>
                <p:nvPr/>
              </p:nvCxnSpPr>
              <p:spPr>
                <a:xfrm>
                  <a:off x="8579" y="7557"/>
                  <a:ext cx="0" cy="1077"/>
                </a:xfrm>
                <a:prstGeom prst="line">
                  <a:avLst/>
                </a:prstGeom>
                <a:ln>
                  <a:solidFill>
                    <a:srgbClr val="2369D8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65" name="直接连接符 364"/>
                <p:cNvCxnSpPr/>
                <p:nvPr/>
              </p:nvCxnSpPr>
              <p:spPr>
                <a:xfrm>
                  <a:off x="8715" y="7432"/>
                  <a:ext cx="0" cy="1077"/>
                </a:xfrm>
                <a:prstGeom prst="line">
                  <a:avLst/>
                </a:prstGeom>
                <a:ln>
                  <a:solidFill>
                    <a:srgbClr val="2369D8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66" name="直接连接符 365"/>
                <p:cNvCxnSpPr/>
                <p:nvPr/>
              </p:nvCxnSpPr>
              <p:spPr>
                <a:xfrm>
                  <a:off x="8444" y="8781"/>
                  <a:ext cx="0" cy="539"/>
                </a:xfrm>
                <a:prstGeom prst="line">
                  <a:avLst/>
                </a:prstGeom>
                <a:ln>
                  <a:solidFill>
                    <a:srgbClr val="657176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67" name="直接连接符 366"/>
                <p:cNvCxnSpPr/>
                <p:nvPr/>
              </p:nvCxnSpPr>
              <p:spPr>
                <a:xfrm>
                  <a:off x="8579" y="8634"/>
                  <a:ext cx="0" cy="539"/>
                </a:xfrm>
                <a:prstGeom prst="line">
                  <a:avLst/>
                </a:prstGeom>
                <a:ln>
                  <a:solidFill>
                    <a:srgbClr val="657176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68" name="直接连接符 367"/>
                <p:cNvCxnSpPr/>
                <p:nvPr/>
              </p:nvCxnSpPr>
              <p:spPr>
                <a:xfrm>
                  <a:off x="8730" y="8509"/>
                  <a:ext cx="0" cy="539"/>
                </a:xfrm>
                <a:prstGeom prst="line">
                  <a:avLst/>
                </a:prstGeom>
                <a:ln>
                  <a:solidFill>
                    <a:srgbClr val="657176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60" name="patch-conv"/>
            <p:cNvSpPr>
              <a:spLocks noGrp="1"/>
            </p:cNvSpPr>
            <p:nvPr/>
          </p:nvSpPr>
          <p:spPr>
            <a:xfrm>
              <a:off x="10538" y="4535"/>
              <a:ext cx="3087" cy="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28575" tIns="19050" rIns="28575" bIns="19050" anchor="ctr">
              <a:normAutofit/>
            </a:bodyPr>
            <a:lstStyle/>
            <a:p>
              <a:pPr algn="ctr">
                <a:lnSpc>
                  <a:spcPct val="93000"/>
                </a:lnSpc>
                <a:buNone/>
                <a:defRPr sz="1500" b="1">
                  <a:solidFill>
                    <a:srgbClr val="08275B"/>
                  </a:solidFill>
                  <a:latin typeface="Aptos"/>
                  <a:ea typeface="Aptos"/>
                  <a:cs typeface="Aptos"/>
                </a:defRPr>
              </a:pPr>
              <a:r>
                <a:rPr sz="1500" b="1">
                  <a:solidFill>
                    <a:srgbClr val="08275B"/>
                  </a:solidFill>
                  <a:latin typeface="Aptos"/>
                  <a:ea typeface="Aptos"/>
                  <a:cs typeface="Aptos"/>
                </a:rPr>
                <a:t>Frame-wise 2D Conv</a:t>
              </a:r>
              <a:endParaRPr sz="1500" b="1">
                <a:solidFill>
                  <a:srgbClr val="08275B"/>
                </a:solidFill>
                <a:latin typeface="Aptos"/>
                <a:ea typeface="Aptos"/>
                <a:cs typeface="Aptos"/>
              </a:endParaRPr>
            </a:p>
          </p:txBody>
        </p:sp>
        <p:sp>
          <p:nvSpPr>
            <p:cNvPr id="161" name="patch-grid-arrow"/>
            <p:cNvSpPr>
              <a:spLocks noGrp="1"/>
            </p:cNvSpPr>
            <p:nvPr/>
          </p:nvSpPr>
          <p:spPr>
            <a:xfrm>
              <a:off x="11595" y="6680"/>
              <a:ext cx="399" cy="340"/>
            </a:xfrm>
            <a:prstGeom prst="rightArrow">
              <a:avLst/>
            </a:prstGeom>
            <a:solidFill>
              <a:srgbClr val="111111"/>
            </a:solidFill>
            <a:ln w="4763">
              <a:solidFill>
                <a:srgbClr val="111111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" name="patch-grid-0-0"/>
            <p:cNvSpPr>
              <a:spLocks noGrp="1"/>
            </p:cNvSpPr>
            <p:nvPr/>
          </p:nvSpPr>
          <p:spPr>
            <a:xfrm>
              <a:off x="12084" y="5900"/>
              <a:ext cx="316" cy="315"/>
            </a:xfrm>
            <a:prstGeom prst="roundRect">
              <a:avLst>
                <a:gd name="adj" fmla="val 4762"/>
              </a:avLst>
            </a:prstGeom>
            <a:solidFill>
              <a:srgbClr val="EDF5FF"/>
            </a:solidFill>
            <a:ln w="9525">
              <a:solidFill>
                <a:srgbClr val="2369D8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" name="patch-grid-0-1"/>
            <p:cNvSpPr>
              <a:spLocks noGrp="1"/>
            </p:cNvSpPr>
            <p:nvPr/>
          </p:nvSpPr>
          <p:spPr>
            <a:xfrm>
              <a:off x="12449" y="5900"/>
              <a:ext cx="316" cy="315"/>
            </a:xfrm>
            <a:prstGeom prst="roundRect">
              <a:avLst>
                <a:gd name="adj" fmla="val 4762"/>
              </a:avLst>
            </a:prstGeom>
            <a:solidFill>
              <a:srgbClr val="EDF5FF"/>
            </a:solidFill>
            <a:ln w="9525">
              <a:solidFill>
                <a:srgbClr val="2369D8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" name="patch-grid-0-2"/>
            <p:cNvSpPr>
              <a:spLocks noGrp="1"/>
            </p:cNvSpPr>
            <p:nvPr/>
          </p:nvSpPr>
          <p:spPr>
            <a:xfrm>
              <a:off x="12804" y="5903"/>
              <a:ext cx="316" cy="315"/>
            </a:xfrm>
            <a:prstGeom prst="roundRect">
              <a:avLst>
                <a:gd name="adj" fmla="val 4762"/>
              </a:avLst>
            </a:prstGeom>
            <a:solidFill>
              <a:srgbClr val="EDF5FF"/>
            </a:solidFill>
            <a:ln w="9525">
              <a:solidFill>
                <a:srgbClr val="2369D8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" name="patch-grid-0-3"/>
            <p:cNvSpPr>
              <a:spLocks noGrp="1"/>
            </p:cNvSpPr>
            <p:nvPr/>
          </p:nvSpPr>
          <p:spPr>
            <a:xfrm>
              <a:off x="13308" y="5903"/>
              <a:ext cx="316" cy="315"/>
            </a:xfrm>
            <a:prstGeom prst="roundRect">
              <a:avLst>
                <a:gd name="adj" fmla="val 4762"/>
              </a:avLst>
            </a:prstGeom>
            <a:solidFill>
              <a:srgbClr val="EDF5FF"/>
            </a:solidFill>
            <a:ln w="9525">
              <a:solidFill>
                <a:srgbClr val="2369D8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0" name="patch-grid-1-0"/>
            <p:cNvSpPr>
              <a:spLocks noGrp="1"/>
            </p:cNvSpPr>
            <p:nvPr/>
          </p:nvSpPr>
          <p:spPr>
            <a:xfrm>
              <a:off x="12084" y="6320"/>
              <a:ext cx="316" cy="315"/>
            </a:xfrm>
            <a:prstGeom prst="roundRect">
              <a:avLst>
                <a:gd name="adj" fmla="val 4762"/>
              </a:avLst>
            </a:prstGeom>
            <a:solidFill>
              <a:srgbClr val="EDF5FF"/>
            </a:solidFill>
            <a:ln w="9525">
              <a:solidFill>
                <a:srgbClr val="2369D8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1" name="patch-grid-1-1"/>
            <p:cNvSpPr>
              <a:spLocks noGrp="1"/>
            </p:cNvSpPr>
            <p:nvPr/>
          </p:nvSpPr>
          <p:spPr>
            <a:xfrm>
              <a:off x="12449" y="6320"/>
              <a:ext cx="316" cy="315"/>
            </a:xfrm>
            <a:prstGeom prst="roundRect">
              <a:avLst>
                <a:gd name="adj" fmla="val 4762"/>
              </a:avLst>
            </a:prstGeom>
            <a:solidFill>
              <a:srgbClr val="EDF5FF"/>
            </a:solidFill>
            <a:ln w="9525">
              <a:solidFill>
                <a:srgbClr val="2369D8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2" name="patch-grid-1-2"/>
            <p:cNvSpPr>
              <a:spLocks noGrp="1"/>
            </p:cNvSpPr>
            <p:nvPr/>
          </p:nvSpPr>
          <p:spPr>
            <a:xfrm>
              <a:off x="12804" y="6323"/>
              <a:ext cx="316" cy="315"/>
            </a:xfrm>
            <a:prstGeom prst="roundRect">
              <a:avLst>
                <a:gd name="adj" fmla="val 4762"/>
              </a:avLst>
            </a:prstGeom>
            <a:solidFill>
              <a:srgbClr val="EDF5FF"/>
            </a:solidFill>
            <a:ln w="9525">
              <a:solidFill>
                <a:srgbClr val="2369D8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3" name="patch-grid-1-3"/>
            <p:cNvSpPr>
              <a:spLocks noGrp="1"/>
            </p:cNvSpPr>
            <p:nvPr/>
          </p:nvSpPr>
          <p:spPr>
            <a:xfrm>
              <a:off x="13308" y="6323"/>
              <a:ext cx="316" cy="315"/>
            </a:xfrm>
            <a:prstGeom prst="roundRect">
              <a:avLst>
                <a:gd name="adj" fmla="val 4762"/>
              </a:avLst>
            </a:prstGeom>
            <a:solidFill>
              <a:srgbClr val="EDF5FF"/>
            </a:solidFill>
            <a:ln w="9525">
              <a:solidFill>
                <a:srgbClr val="2369D8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" name="patch-grid-2-0"/>
            <p:cNvSpPr>
              <a:spLocks noGrp="1"/>
            </p:cNvSpPr>
            <p:nvPr/>
          </p:nvSpPr>
          <p:spPr>
            <a:xfrm>
              <a:off x="12084" y="6740"/>
              <a:ext cx="316" cy="315"/>
            </a:xfrm>
            <a:prstGeom prst="roundRect">
              <a:avLst>
                <a:gd name="adj" fmla="val 4762"/>
              </a:avLst>
            </a:prstGeom>
            <a:solidFill>
              <a:srgbClr val="EDF5FF"/>
            </a:solidFill>
            <a:ln w="9525">
              <a:solidFill>
                <a:srgbClr val="2369D8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" name="patch-grid-2-1"/>
            <p:cNvSpPr>
              <a:spLocks noGrp="1"/>
            </p:cNvSpPr>
            <p:nvPr/>
          </p:nvSpPr>
          <p:spPr>
            <a:xfrm>
              <a:off x="12449" y="6740"/>
              <a:ext cx="316" cy="315"/>
            </a:xfrm>
            <a:prstGeom prst="roundRect">
              <a:avLst>
                <a:gd name="adj" fmla="val 4762"/>
              </a:avLst>
            </a:prstGeom>
            <a:solidFill>
              <a:srgbClr val="EDF5FF"/>
            </a:solidFill>
            <a:ln w="9525">
              <a:solidFill>
                <a:srgbClr val="2369D8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" name="patch-grid-2-2"/>
            <p:cNvSpPr>
              <a:spLocks noGrp="1"/>
            </p:cNvSpPr>
            <p:nvPr/>
          </p:nvSpPr>
          <p:spPr>
            <a:xfrm>
              <a:off x="12804" y="6743"/>
              <a:ext cx="316" cy="315"/>
            </a:xfrm>
            <a:prstGeom prst="roundRect">
              <a:avLst>
                <a:gd name="adj" fmla="val 4762"/>
              </a:avLst>
            </a:prstGeom>
            <a:solidFill>
              <a:srgbClr val="EDF5FF"/>
            </a:solidFill>
            <a:ln w="9525">
              <a:solidFill>
                <a:srgbClr val="2369D8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" name="patch-grid-2-3"/>
            <p:cNvSpPr>
              <a:spLocks noGrp="1"/>
            </p:cNvSpPr>
            <p:nvPr/>
          </p:nvSpPr>
          <p:spPr>
            <a:xfrm>
              <a:off x="13308" y="6743"/>
              <a:ext cx="316" cy="315"/>
            </a:xfrm>
            <a:prstGeom prst="roundRect">
              <a:avLst>
                <a:gd name="adj" fmla="val 4762"/>
              </a:avLst>
            </a:prstGeom>
            <a:solidFill>
              <a:srgbClr val="EDF5FF"/>
            </a:solidFill>
            <a:ln w="9525">
              <a:solidFill>
                <a:srgbClr val="2369D8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" name="patch-grid-3-0"/>
            <p:cNvSpPr>
              <a:spLocks noGrp="1"/>
            </p:cNvSpPr>
            <p:nvPr/>
          </p:nvSpPr>
          <p:spPr>
            <a:xfrm>
              <a:off x="12097" y="7392"/>
              <a:ext cx="316" cy="315"/>
            </a:xfrm>
            <a:prstGeom prst="roundRect">
              <a:avLst>
                <a:gd name="adj" fmla="val 4762"/>
              </a:avLst>
            </a:prstGeom>
            <a:solidFill>
              <a:srgbClr val="EDF5FF"/>
            </a:solidFill>
            <a:ln w="9525">
              <a:solidFill>
                <a:srgbClr val="2369D8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9" name="patch-grid-3-1"/>
            <p:cNvSpPr>
              <a:spLocks noGrp="1"/>
            </p:cNvSpPr>
            <p:nvPr/>
          </p:nvSpPr>
          <p:spPr>
            <a:xfrm>
              <a:off x="12462" y="7392"/>
              <a:ext cx="316" cy="315"/>
            </a:xfrm>
            <a:prstGeom prst="roundRect">
              <a:avLst>
                <a:gd name="adj" fmla="val 4762"/>
              </a:avLst>
            </a:prstGeom>
            <a:solidFill>
              <a:srgbClr val="EDF5FF"/>
            </a:solidFill>
            <a:ln w="9525">
              <a:solidFill>
                <a:srgbClr val="2369D8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0" name="patch-grid-3-2"/>
            <p:cNvSpPr>
              <a:spLocks noGrp="1"/>
            </p:cNvSpPr>
            <p:nvPr/>
          </p:nvSpPr>
          <p:spPr>
            <a:xfrm>
              <a:off x="12817" y="7395"/>
              <a:ext cx="316" cy="315"/>
            </a:xfrm>
            <a:prstGeom prst="roundRect">
              <a:avLst>
                <a:gd name="adj" fmla="val 4762"/>
              </a:avLst>
            </a:prstGeom>
            <a:solidFill>
              <a:srgbClr val="EDF5FF"/>
            </a:solidFill>
            <a:ln w="9525">
              <a:solidFill>
                <a:srgbClr val="2369D8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1" name="patch-grid-3-3"/>
            <p:cNvSpPr>
              <a:spLocks noGrp="1"/>
            </p:cNvSpPr>
            <p:nvPr/>
          </p:nvSpPr>
          <p:spPr>
            <a:xfrm>
              <a:off x="13321" y="7395"/>
              <a:ext cx="316" cy="315"/>
            </a:xfrm>
            <a:prstGeom prst="roundRect">
              <a:avLst>
                <a:gd name="adj" fmla="val 4762"/>
              </a:avLst>
            </a:prstGeom>
            <a:solidFill>
              <a:srgbClr val="EDF5FF"/>
            </a:solidFill>
            <a:ln w="9525">
              <a:solidFill>
                <a:srgbClr val="2369D8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2" name="patch-8x8"/>
            <p:cNvSpPr>
              <a:spLocks noGrp="1"/>
            </p:cNvSpPr>
            <p:nvPr/>
          </p:nvSpPr>
          <p:spPr>
            <a:xfrm>
              <a:off x="12209" y="7710"/>
              <a:ext cx="1325" cy="54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28575" tIns="19050" rIns="28575" bIns="19050" anchor="ctr">
              <a:normAutofit/>
            </a:bodyPr>
            <a:lstStyle/>
            <a:p>
              <a:pPr algn="ctr">
                <a:lnSpc>
                  <a:spcPct val="93000"/>
                </a:lnSpc>
                <a:buNone/>
                <a:defRPr sz="1575" b="1">
                  <a:solidFill>
                    <a:srgbClr val="08275B"/>
                  </a:solidFill>
                  <a:latin typeface="Aptos"/>
                  <a:ea typeface="Aptos"/>
                  <a:cs typeface="Aptos"/>
                </a:defRPr>
              </a:pPr>
              <a:r>
                <a:rPr sz="1575" b="1">
                  <a:solidFill>
                    <a:srgbClr val="08275B"/>
                  </a:solidFill>
                  <a:latin typeface="Aptos"/>
                  <a:ea typeface="Aptos"/>
                  <a:cs typeface="Aptos"/>
                </a:rPr>
                <a:t>8 × 8</a:t>
              </a:r>
              <a:endParaRPr sz="1575" b="1">
                <a:solidFill>
                  <a:srgbClr val="08275B"/>
                </a:solidFill>
                <a:latin typeface="Aptos"/>
                <a:ea typeface="Aptos"/>
                <a:cs typeface="Aptos"/>
              </a:endParaRPr>
            </a:p>
          </p:txBody>
        </p:sp>
        <p:sp>
          <p:nvSpPr>
            <p:cNvPr id="183" name="overlap-title"/>
            <p:cNvSpPr>
              <a:spLocks noGrp="1"/>
            </p:cNvSpPr>
            <p:nvPr/>
          </p:nvSpPr>
          <p:spPr>
            <a:xfrm>
              <a:off x="10544" y="8795"/>
              <a:ext cx="3087" cy="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28575" tIns="19050" rIns="28575" bIns="19050" anchor="ctr">
              <a:normAutofit/>
            </a:bodyPr>
            <a:lstStyle/>
            <a:p>
              <a:pPr algn="ctr">
                <a:lnSpc>
                  <a:spcPct val="93000"/>
                </a:lnSpc>
                <a:buNone/>
                <a:defRPr sz="1500" b="1">
                  <a:solidFill>
                    <a:srgbClr val="08275B"/>
                  </a:solidFill>
                  <a:latin typeface="Aptos"/>
                  <a:ea typeface="Aptos"/>
                  <a:cs typeface="Aptos"/>
                </a:defRPr>
              </a:pPr>
              <a:r>
                <a:rPr sz="1500" b="1">
                  <a:solidFill>
                    <a:srgbClr val="08275B"/>
                  </a:solidFill>
                  <a:latin typeface="Aptos"/>
                  <a:ea typeface="Aptos"/>
                  <a:cs typeface="Aptos"/>
                </a:rPr>
                <a:t>Overlapping Patches</a:t>
              </a:r>
              <a:endParaRPr sz="1500" b="1">
                <a:solidFill>
                  <a:srgbClr val="08275B"/>
                </a:solidFill>
                <a:latin typeface="Aptos"/>
                <a:ea typeface="Aptos"/>
                <a:cs typeface="Aptos"/>
              </a:endParaRPr>
            </a:p>
          </p:txBody>
        </p:sp>
        <p:sp>
          <p:nvSpPr>
            <p:cNvPr id="184" name="overlap-3"/>
            <p:cNvSpPr>
              <a:spLocks noGrp="1"/>
            </p:cNvSpPr>
            <p:nvPr/>
          </p:nvSpPr>
          <p:spPr>
            <a:xfrm>
              <a:off x="12550" y="10821"/>
              <a:ext cx="753" cy="750"/>
            </a:xfrm>
            <a:prstGeom prst="roundRect">
              <a:avLst>
                <a:gd name="adj" fmla="val 2000"/>
              </a:avLst>
            </a:prstGeom>
            <a:solidFill>
              <a:srgbClr val="DDE9F8"/>
            </a:solidFill>
            <a:ln w="12383">
              <a:solidFill>
                <a:srgbClr val="153E7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" name="patch-output"/>
            <p:cNvSpPr>
              <a:spLocks noGrp="1"/>
            </p:cNvSpPr>
            <p:nvPr/>
          </p:nvSpPr>
          <p:spPr>
            <a:xfrm>
              <a:off x="10763" y="12038"/>
              <a:ext cx="2861" cy="81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28575" tIns="19050" rIns="28575" bIns="19050" anchor="ctr">
              <a:normAutofit/>
            </a:bodyPr>
            <a:lstStyle/>
            <a:p>
              <a:pPr algn="ctr">
                <a:lnSpc>
                  <a:spcPct val="93000"/>
                </a:lnSpc>
                <a:buNone/>
                <a:defRPr sz="1650" b="1">
                  <a:solidFill>
                    <a:srgbClr val="08275B"/>
                  </a:solidFill>
                  <a:latin typeface="Aptos"/>
                  <a:ea typeface="Aptos"/>
                  <a:cs typeface="Aptos"/>
                </a:defRPr>
              </a:pPr>
              <a:r>
                <a:rPr sz="1650" b="1">
                  <a:solidFill>
                    <a:srgbClr val="08275B"/>
                  </a:solidFill>
                  <a:latin typeface="Aptos"/>
                  <a:ea typeface="Aptos"/>
                  <a:cs typeface="Aptos"/>
                </a:rPr>
                <a:t>Output: T × 8 × 8</a:t>
              </a:r>
              <a:endParaRPr sz="1650" b="1">
                <a:solidFill>
                  <a:srgbClr val="08275B"/>
                </a:solidFill>
                <a:latin typeface="Aptos"/>
                <a:ea typeface="Aptos"/>
                <a:cs typeface="Aptos"/>
              </a:endParaRPr>
            </a:p>
          </p:txBody>
        </p:sp>
        <p:grpSp>
          <p:nvGrpSpPr>
            <p:cNvPr id="383" name="组合 382"/>
            <p:cNvGrpSpPr/>
            <p:nvPr/>
          </p:nvGrpSpPr>
          <p:grpSpPr>
            <a:xfrm rot="0">
              <a:off x="10616" y="5787"/>
              <a:ext cx="837" cy="1955"/>
              <a:chOff x="7543" y="6009"/>
              <a:chExt cx="819" cy="1922"/>
            </a:xfrm>
          </p:grpSpPr>
          <p:sp>
            <p:nvSpPr>
              <p:cNvPr id="186" name="立方体 185"/>
              <p:cNvSpPr/>
              <p:nvPr/>
            </p:nvSpPr>
            <p:spPr>
              <a:xfrm>
                <a:off x="7543" y="6009"/>
                <a:ext cx="819" cy="1922"/>
              </a:xfrm>
              <a:prstGeom prst="cube">
                <a:avLst>
                  <a:gd name="adj" fmla="val 29966"/>
                </a:avLst>
              </a:prstGeom>
              <a:solidFill>
                <a:srgbClr val="EDF5FF"/>
              </a:solidFill>
              <a:ln>
                <a:solidFill>
                  <a:srgbClr val="2369D8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7" name="concat-grid-0-1"/>
              <p:cNvSpPr>
                <a:spLocks noGrp="1"/>
              </p:cNvSpPr>
              <p:nvPr/>
            </p:nvSpPr>
            <p:spPr>
              <a:xfrm>
                <a:off x="7543" y="6264"/>
                <a:ext cx="270" cy="255"/>
              </a:xfrm>
              <a:prstGeom prst="roundRect">
                <a:avLst>
                  <a:gd name="adj" fmla="val 5882"/>
                </a:avLst>
              </a:prstGeom>
              <a:solidFill>
                <a:srgbClr val="EDF5FF"/>
              </a:solidFill>
              <a:ln w="9525">
                <a:solidFill>
                  <a:srgbClr val="2369D8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8" name="concat-grid-0-2"/>
              <p:cNvSpPr>
                <a:spLocks noGrp="1"/>
              </p:cNvSpPr>
              <p:nvPr/>
            </p:nvSpPr>
            <p:spPr>
              <a:xfrm>
                <a:off x="7828" y="6264"/>
                <a:ext cx="270" cy="255"/>
              </a:xfrm>
              <a:prstGeom prst="roundRect">
                <a:avLst>
                  <a:gd name="adj" fmla="val 5882"/>
                </a:avLst>
              </a:prstGeom>
              <a:solidFill>
                <a:srgbClr val="EDF5FF"/>
              </a:solidFill>
              <a:ln w="9525">
                <a:solidFill>
                  <a:srgbClr val="2369D8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9" name="concat-grid-1-1"/>
              <p:cNvSpPr>
                <a:spLocks noGrp="1"/>
              </p:cNvSpPr>
              <p:nvPr/>
            </p:nvSpPr>
            <p:spPr>
              <a:xfrm>
                <a:off x="7543" y="6549"/>
                <a:ext cx="270" cy="255"/>
              </a:xfrm>
              <a:prstGeom prst="roundRect">
                <a:avLst>
                  <a:gd name="adj" fmla="val 5882"/>
                </a:avLst>
              </a:prstGeom>
              <a:solidFill>
                <a:srgbClr val="EDF5FF"/>
              </a:solidFill>
              <a:ln w="9525">
                <a:solidFill>
                  <a:srgbClr val="2369D8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0" name="concat-grid-1-2"/>
              <p:cNvSpPr>
                <a:spLocks noGrp="1"/>
              </p:cNvSpPr>
              <p:nvPr/>
            </p:nvSpPr>
            <p:spPr>
              <a:xfrm>
                <a:off x="7828" y="6549"/>
                <a:ext cx="270" cy="255"/>
              </a:xfrm>
              <a:prstGeom prst="roundRect">
                <a:avLst>
                  <a:gd name="adj" fmla="val 5882"/>
                </a:avLst>
              </a:prstGeom>
              <a:solidFill>
                <a:srgbClr val="EDF5FF"/>
              </a:solidFill>
              <a:ln w="9525">
                <a:solidFill>
                  <a:srgbClr val="2369D8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1" name="concat-grid-2-1"/>
              <p:cNvSpPr>
                <a:spLocks noGrp="1"/>
              </p:cNvSpPr>
              <p:nvPr/>
            </p:nvSpPr>
            <p:spPr>
              <a:xfrm>
                <a:off x="7543" y="6834"/>
                <a:ext cx="270" cy="255"/>
              </a:xfrm>
              <a:prstGeom prst="roundRect">
                <a:avLst>
                  <a:gd name="adj" fmla="val 5882"/>
                </a:avLst>
              </a:prstGeom>
              <a:solidFill>
                <a:srgbClr val="EDF5FF"/>
              </a:solidFill>
              <a:ln w="9525">
                <a:solidFill>
                  <a:srgbClr val="2369D8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2" name="concat-grid-2-2"/>
              <p:cNvSpPr>
                <a:spLocks noGrp="1"/>
              </p:cNvSpPr>
              <p:nvPr/>
            </p:nvSpPr>
            <p:spPr>
              <a:xfrm>
                <a:off x="7828" y="6834"/>
                <a:ext cx="270" cy="255"/>
              </a:xfrm>
              <a:prstGeom prst="roundRect">
                <a:avLst>
                  <a:gd name="adj" fmla="val 5882"/>
                </a:avLst>
              </a:prstGeom>
              <a:solidFill>
                <a:srgbClr val="EDF5FF"/>
              </a:solidFill>
              <a:ln w="9525">
                <a:solidFill>
                  <a:srgbClr val="2369D8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3" name="concat-grid-3-1"/>
              <p:cNvSpPr>
                <a:spLocks noGrp="1"/>
              </p:cNvSpPr>
              <p:nvPr/>
            </p:nvSpPr>
            <p:spPr>
              <a:xfrm>
                <a:off x="7543" y="7119"/>
                <a:ext cx="270" cy="255"/>
              </a:xfrm>
              <a:prstGeom prst="roundRect">
                <a:avLst>
                  <a:gd name="adj" fmla="val 5882"/>
                </a:avLst>
              </a:prstGeom>
              <a:solidFill>
                <a:srgbClr val="EDF5FF"/>
              </a:solidFill>
              <a:ln w="9525">
                <a:solidFill>
                  <a:srgbClr val="2369D8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" name="concat-grid-3-2"/>
              <p:cNvSpPr>
                <a:spLocks noGrp="1"/>
              </p:cNvSpPr>
              <p:nvPr/>
            </p:nvSpPr>
            <p:spPr>
              <a:xfrm>
                <a:off x="7828" y="7119"/>
                <a:ext cx="270" cy="255"/>
              </a:xfrm>
              <a:prstGeom prst="roundRect">
                <a:avLst>
                  <a:gd name="adj" fmla="val 5882"/>
                </a:avLst>
              </a:prstGeom>
              <a:solidFill>
                <a:srgbClr val="EDF5FF"/>
              </a:solidFill>
              <a:ln w="9525">
                <a:solidFill>
                  <a:srgbClr val="2369D8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cxnSp>
            <p:nvCxnSpPr>
              <p:cNvPr id="195" name="直接连接符 194"/>
              <p:cNvCxnSpPr/>
              <p:nvPr/>
            </p:nvCxnSpPr>
            <p:spPr>
              <a:xfrm>
                <a:off x="8227" y="6153"/>
                <a:ext cx="0" cy="1656"/>
              </a:xfrm>
              <a:prstGeom prst="line">
                <a:avLst/>
              </a:prstGeom>
              <a:ln>
                <a:solidFill>
                  <a:srgbClr val="2369D8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375" name="组合 374"/>
              <p:cNvGrpSpPr/>
              <p:nvPr/>
            </p:nvGrpSpPr>
            <p:grpSpPr>
              <a:xfrm>
                <a:off x="7543" y="7391"/>
                <a:ext cx="555" cy="539"/>
                <a:chOff x="7743" y="7034"/>
                <a:chExt cx="555" cy="539"/>
              </a:xfrm>
            </p:grpSpPr>
            <p:sp>
              <p:nvSpPr>
                <p:cNvPr id="371" name="concat-grid-2-1"/>
                <p:cNvSpPr>
                  <a:spLocks noGrp="1"/>
                </p:cNvSpPr>
                <p:nvPr/>
              </p:nvSpPr>
              <p:spPr>
                <a:xfrm>
                  <a:off x="7743" y="7034"/>
                  <a:ext cx="270" cy="255"/>
                </a:xfrm>
                <a:prstGeom prst="roundRect">
                  <a:avLst>
                    <a:gd name="adj" fmla="val 5882"/>
                  </a:avLst>
                </a:prstGeom>
                <a:solidFill>
                  <a:srgbClr val="EDF5FF"/>
                </a:solidFill>
                <a:ln w="9525">
                  <a:solidFill>
                    <a:srgbClr val="2369D8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2" name="concat-grid-2-2"/>
                <p:cNvSpPr>
                  <a:spLocks noGrp="1"/>
                </p:cNvSpPr>
                <p:nvPr/>
              </p:nvSpPr>
              <p:spPr>
                <a:xfrm>
                  <a:off x="8028" y="7034"/>
                  <a:ext cx="270" cy="255"/>
                </a:xfrm>
                <a:prstGeom prst="roundRect">
                  <a:avLst>
                    <a:gd name="adj" fmla="val 5882"/>
                  </a:avLst>
                </a:prstGeom>
                <a:solidFill>
                  <a:srgbClr val="EDF5FF"/>
                </a:solidFill>
                <a:ln w="9525">
                  <a:solidFill>
                    <a:srgbClr val="2369D8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3" name="concat-grid-3-1"/>
                <p:cNvSpPr>
                  <a:spLocks noGrp="1"/>
                </p:cNvSpPr>
                <p:nvPr/>
              </p:nvSpPr>
              <p:spPr>
                <a:xfrm>
                  <a:off x="7743" y="7319"/>
                  <a:ext cx="270" cy="255"/>
                </a:xfrm>
                <a:prstGeom prst="roundRect">
                  <a:avLst>
                    <a:gd name="adj" fmla="val 5882"/>
                  </a:avLst>
                </a:prstGeom>
                <a:solidFill>
                  <a:srgbClr val="EDF5FF"/>
                </a:solidFill>
                <a:ln w="9525">
                  <a:solidFill>
                    <a:srgbClr val="2369D8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4" name="concat-grid-3-2"/>
                <p:cNvSpPr>
                  <a:spLocks noGrp="1"/>
                </p:cNvSpPr>
                <p:nvPr/>
              </p:nvSpPr>
              <p:spPr>
                <a:xfrm>
                  <a:off x="8028" y="7319"/>
                  <a:ext cx="270" cy="255"/>
                </a:xfrm>
                <a:prstGeom prst="roundRect">
                  <a:avLst>
                    <a:gd name="adj" fmla="val 5882"/>
                  </a:avLst>
                </a:prstGeom>
                <a:solidFill>
                  <a:srgbClr val="EDF5FF"/>
                </a:solidFill>
                <a:ln w="9525">
                  <a:solidFill>
                    <a:srgbClr val="2369D8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cxnSp>
            <p:nvCxnSpPr>
              <p:cNvPr id="376" name="直接连接符 375"/>
              <p:cNvCxnSpPr>
                <a:endCxn id="186" idx="0"/>
              </p:cNvCxnSpPr>
              <p:nvPr/>
            </p:nvCxnSpPr>
            <p:spPr>
              <a:xfrm flipV="1">
                <a:off x="7813" y="6009"/>
                <a:ext cx="262" cy="255"/>
              </a:xfrm>
              <a:prstGeom prst="line">
                <a:avLst/>
              </a:prstGeom>
              <a:ln>
                <a:solidFill>
                  <a:srgbClr val="2369D8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77" name="直接连接符 376"/>
              <p:cNvCxnSpPr/>
              <p:nvPr/>
            </p:nvCxnSpPr>
            <p:spPr>
              <a:xfrm flipV="1">
                <a:off x="8100" y="6285"/>
                <a:ext cx="262" cy="255"/>
              </a:xfrm>
              <a:prstGeom prst="line">
                <a:avLst/>
              </a:prstGeom>
              <a:ln>
                <a:solidFill>
                  <a:srgbClr val="2369D8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78" name="直接连接符 377"/>
              <p:cNvCxnSpPr/>
              <p:nvPr/>
            </p:nvCxnSpPr>
            <p:spPr>
              <a:xfrm flipV="1">
                <a:off x="8100" y="6555"/>
                <a:ext cx="262" cy="255"/>
              </a:xfrm>
              <a:prstGeom prst="line">
                <a:avLst/>
              </a:prstGeom>
              <a:ln>
                <a:solidFill>
                  <a:srgbClr val="2369D8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79" name="直接连接符 378"/>
              <p:cNvCxnSpPr/>
              <p:nvPr/>
            </p:nvCxnSpPr>
            <p:spPr>
              <a:xfrm flipV="1">
                <a:off x="8100" y="6855"/>
                <a:ext cx="262" cy="255"/>
              </a:xfrm>
              <a:prstGeom prst="line">
                <a:avLst/>
              </a:prstGeom>
              <a:ln>
                <a:solidFill>
                  <a:srgbClr val="2369D8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80" name="直接连接符 379"/>
              <p:cNvCxnSpPr/>
              <p:nvPr/>
            </p:nvCxnSpPr>
            <p:spPr>
              <a:xfrm flipV="1">
                <a:off x="8098" y="7138"/>
                <a:ext cx="262" cy="255"/>
              </a:xfrm>
              <a:prstGeom prst="line">
                <a:avLst/>
              </a:prstGeom>
              <a:ln>
                <a:solidFill>
                  <a:srgbClr val="2369D8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81" name="直接连接符 380"/>
              <p:cNvCxnSpPr/>
              <p:nvPr/>
            </p:nvCxnSpPr>
            <p:spPr>
              <a:xfrm flipV="1">
                <a:off x="8100" y="7395"/>
                <a:ext cx="262" cy="255"/>
              </a:xfrm>
              <a:prstGeom prst="line">
                <a:avLst/>
              </a:prstGeom>
              <a:ln>
                <a:solidFill>
                  <a:srgbClr val="2369D8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82" name="直接连接符 381"/>
              <p:cNvCxnSpPr/>
              <p:nvPr/>
            </p:nvCxnSpPr>
            <p:spPr>
              <a:xfrm>
                <a:off x="7660" y="6123"/>
                <a:ext cx="567" cy="0"/>
              </a:xfrm>
              <a:prstGeom prst="line">
                <a:avLst/>
              </a:prstGeom>
              <a:ln>
                <a:solidFill>
                  <a:srgbClr val="2369D8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384" name="文本框 383"/>
            <p:cNvSpPr txBox="1"/>
            <p:nvPr/>
          </p:nvSpPr>
          <p:spPr>
            <a:xfrm>
              <a:off x="12084" y="7040"/>
              <a:ext cx="580" cy="900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1200"/>
                <a:t>...</a:t>
              </a:r>
              <a:endParaRPr lang="en-US" altLang="zh-CN" sz="1200"/>
            </a:p>
          </p:txBody>
        </p:sp>
        <p:sp>
          <p:nvSpPr>
            <p:cNvPr id="385" name="文本框 384"/>
            <p:cNvSpPr txBox="1"/>
            <p:nvPr/>
          </p:nvSpPr>
          <p:spPr>
            <a:xfrm rot="16200000">
              <a:off x="13420" y="5546"/>
              <a:ext cx="433" cy="903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600"/>
                <a:t>...</a:t>
              </a:r>
              <a:endParaRPr lang="en-US" altLang="zh-CN" sz="600"/>
            </a:p>
          </p:txBody>
        </p:sp>
        <p:sp>
          <p:nvSpPr>
            <p:cNvPr id="386" name="overlap-3"/>
            <p:cNvSpPr>
              <a:spLocks noGrp="1"/>
            </p:cNvSpPr>
            <p:nvPr/>
          </p:nvSpPr>
          <p:spPr>
            <a:xfrm>
              <a:off x="11142" y="9940"/>
              <a:ext cx="753" cy="750"/>
            </a:xfrm>
            <a:prstGeom prst="roundRect">
              <a:avLst>
                <a:gd name="adj" fmla="val 2000"/>
              </a:avLst>
            </a:prstGeom>
            <a:solidFill>
              <a:srgbClr val="DDE9F8"/>
            </a:solidFill>
            <a:ln w="12383">
              <a:solidFill>
                <a:srgbClr val="153E7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6" name="overlap-1"/>
            <p:cNvSpPr>
              <a:spLocks noGrp="1"/>
            </p:cNvSpPr>
            <p:nvPr/>
          </p:nvSpPr>
          <p:spPr>
            <a:xfrm>
              <a:off x="11557" y="10240"/>
              <a:ext cx="753" cy="750"/>
            </a:xfrm>
            <a:prstGeom prst="roundRect">
              <a:avLst>
                <a:gd name="adj" fmla="val 2000"/>
              </a:avLst>
            </a:prstGeom>
            <a:solidFill>
              <a:srgbClr val="F4F7FC"/>
            </a:solidFill>
            <a:ln w="12383">
              <a:solidFill>
                <a:srgbClr val="153E75"/>
              </a:solidFill>
              <a:prstDash val="dash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" name="overlap-2"/>
            <p:cNvSpPr>
              <a:spLocks noGrp="1"/>
            </p:cNvSpPr>
            <p:nvPr/>
          </p:nvSpPr>
          <p:spPr>
            <a:xfrm>
              <a:off x="12006" y="10525"/>
              <a:ext cx="753" cy="750"/>
            </a:xfrm>
            <a:prstGeom prst="roundRect">
              <a:avLst>
                <a:gd name="adj" fmla="val 2000"/>
              </a:avLst>
            </a:prstGeom>
            <a:solidFill>
              <a:srgbClr val="F4F7FC">
                <a:alpha val="63000"/>
              </a:srgbClr>
            </a:solidFill>
            <a:ln w="12383">
              <a:solidFill>
                <a:srgbClr val="153E75"/>
              </a:solidFill>
              <a:prstDash val="dash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91" name="组合 390"/>
            <p:cNvGrpSpPr/>
            <p:nvPr/>
          </p:nvGrpSpPr>
          <p:grpSpPr>
            <a:xfrm rot="0">
              <a:off x="14986" y="4976"/>
              <a:ext cx="6745" cy="4419"/>
              <a:chOff x="13590" y="6075"/>
              <a:chExt cx="6719" cy="4200"/>
            </a:xfrm>
          </p:grpSpPr>
          <p:sp>
            <p:nvSpPr>
              <p:cNvPr id="198" name="temporal-arrow-1"/>
              <p:cNvSpPr>
                <a:spLocks noGrp="1"/>
              </p:cNvSpPr>
              <p:nvPr/>
            </p:nvSpPr>
            <p:spPr>
              <a:xfrm>
                <a:off x="14760" y="7590"/>
                <a:ext cx="120" cy="270"/>
              </a:xfrm>
              <a:prstGeom prst="rightArrow">
                <a:avLst/>
              </a:prstGeom>
              <a:solidFill>
                <a:srgbClr val="111111"/>
              </a:solidFill>
              <a:ln w="4763">
                <a:solidFill>
                  <a:srgbClr val="111111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9" name="temporal-arrow-2"/>
              <p:cNvSpPr>
                <a:spLocks noGrp="1"/>
              </p:cNvSpPr>
              <p:nvPr/>
            </p:nvSpPr>
            <p:spPr>
              <a:xfrm>
                <a:off x="16050" y="7590"/>
                <a:ext cx="120" cy="270"/>
              </a:xfrm>
              <a:prstGeom prst="rightArrow">
                <a:avLst/>
              </a:prstGeom>
              <a:solidFill>
                <a:srgbClr val="111111"/>
              </a:solidFill>
              <a:ln w="4763">
                <a:solidFill>
                  <a:srgbClr val="111111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0" name="temporal-arrow-3"/>
              <p:cNvSpPr>
                <a:spLocks noGrp="1"/>
              </p:cNvSpPr>
              <p:nvPr/>
            </p:nvSpPr>
            <p:spPr>
              <a:xfrm>
                <a:off x="17685" y="7590"/>
                <a:ext cx="120" cy="270"/>
              </a:xfrm>
              <a:prstGeom prst="rightArrow">
                <a:avLst/>
              </a:prstGeom>
              <a:solidFill>
                <a:srgbClr val="111111"/>
              </a:solidFill>
              <a:ln w="4763">
                <a:solidFill>
                  <a:schemeClr val="tx1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1" name="temporal-arrow-4"/>
              <p:cNvSpPr>
                <a:spLocks noGrp="1"/>
              </p:cNvSpPr>
              <p:nvPr/>
            </p:nvSpPr>
            <p:spPr>
              <a:xfrm>
                <a:off x="19035" y="7590"/>
                <a:ext cx="120" cy="270"/>
              </a:xfrm>
              <a:prstGeom prst="rightArrow">
                <a:avLst/>
              </a:prstGeom>
              <a:solidFill>
                <a:srgbClr val="111111"/>
              </a:solidFill>
              <a:ln w="4763">
                <a:solidFill>
                  <a:srgbClr val="111111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2" name="skip-down"/>
              <p:cNvSpPr>
                <a:spLocks noGrp="1"/>
              </p:cNvSpPr>
              <p:nvPr/>
            </p:nvSpPr>
            <p:spPr>
              <a:xfrm>
                <a:off x="14175" y="9450"/>
                <a:ext cx="0" cy="825"/>
              </a:xfrm>
              <a:prstGeom prst="line">
                <a:avLst/>
              </a:prstGeom>
              <a:noFill/>
              <a:ln w="19050">
                <a:solidFill>
                  <a:srgbClr val="111111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3" name="skip-across"/>
              <p:cNvSpPr>
                <a:spLocks noGrp="1"/>
              </p:cNvSpPr>
              <p:nvPr/>
            </p:nvSpPr>
            <p:spPr>
              <a:xfrm>
                <a:off x="14175" y="10275"/>
                <a:ext cx="5558" cy="0"/>
              </a:xfrm>
              <a:prstGeom prst="line">
                <a:avLst/>
              </a:prstGeom>
              <a:noFill/>
              <a:ln w="19050">
                <a:solidFill>
                  <a:srgbClr val="111111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4" name="temporal-block-1"/>
              <p:cNvSpPr>
                <a:spLocks noGrp="1"/>
              </p:cNvSpPr>
              <p:nvPr/>
            </p:nvSpPr>
            <p:spPr>
              <a:xfrm>
                <a:off x="13590" y="6075"/>
                <a:ext cx="1170" cy="3375"/>
              </a:xfrm>
              <a:prstGeom prst="roundRect">
                <a:avLst>
                  <a:gd name="adj" fmla="val 12821"/>
                </a:avLst>
              </a:prstGeom>
              <a:gradFill>
                <a:gsLst>
                  <a:gs pos="0">
                    <a:schemeClr val="accent6">
                      <a:tint val="67000"/>
                      <a:lumMod val="110000"/>
                      <a:satMod val="105000"/>
                    </a:schemeClr>
                  </a:gs>
                  <a:gs pos="26000">
                    <a:schemeClr val="accent6">
                      <a:lumMod val="20000"/>
                      <a:lumOff val="80000"/>
                    </a:schemeClr>
                  </a:gs>
                  <a:gs pos="100000">
                    <a:srgbClr val="DAF2D1">
                      <a:alpha val="100000"/>
                    </a:srgbClr>
                  </a:gs>
                  <a:gs pos="0">
                    <a:schemeClr val="accent1">
                      <a:lumMod val="5000"/>
                      <a:lumOff val="95000"/>
                    </a:schemeClr>
                  </a:gs>
                </a:gsLst>
                <a:lin ang="5400000" scaled="0"/>
              </a:gradFill>
            </p:spPr>
            <p:style>
              <a:lnRef idx="0">
                <a:srgbClr val="FFFFFF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" name="temporal-title-1"/>
              <p:cNvSpPr>
                <a:spLocks noGrp="1"/>
              </p:cNvSpPr>
              <p:nvPr/>
            </p:nvSpPr>
            <p:spPr>
              <a:xfrm>
                <a:off x="13635" y="6375"/>
                <a:ext cx="1080" cy="108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9525" tIns="9525" rIns="9525" bIns="9525" anchor="ctr">
                <a:normAutofit/>
              </a:bodyPr>
              <a:lstStyle/>
              <a:p>
                <a:pPr algn="ctr">
                  <a:lnSpc>
                    <a:spcPct val="93000"/>
                  </a:lnSpc>
                  <a:buNone/>
                  <a:defRPr sz="1200" b="1">
                    <a:solidFill>
                      <a:srgbClr val="08275B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1200" b="1">
                    <a:solidFill>
                      <a:srgbClr val="08275B"/>
                    </a:solidFill>
                    <a:latin typeface="Aptos"/>
                    <a:ea typeface="Aptos"/>
                    <a:cs typeface="Aptos"/>
                  </a:rPr>
                  <a:t>Spatial</a:t>
                </a:r>
                <a:endParaRPr sz="1200" b="1">
                  <a:solidFill>
                    <a:srgbClr val="08275B"/>
                  </a:solidFill>
                  <a:latin typeface="Aptos"/>
                  <a:ea typeface="Aptos"/>
                  <a:cs typeface="Aptos"/>
                </a:endParaRPr>
              </a:p>
              <a:p>
                <a:pPr algn="ctr">
                  <a:lnSpc>
                    <a:spcPct val="93000"/>
                  </a:lnSpc>
                  <a:buNone/>
                  <a:defRPr sz="1200" b="1">
                    <a:solidFill>
                      <a:srgbClr val="08275B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1200" b="1">
                    <a:solidFill>
                      <a:srgbClr val="08275B"/>
                    </a:solidFill>
                    <a:latin typeface="Aptos"/>
                    <a:ea typeface="Aptos"/>
                    <a:cs typeface="Aptos"/>
                  </a:rPr>
                  <a:t>Enhance</a:t>
                </a:r>
                <a:endParaRPr sz="1200" b="1">
                  <a:solidFill>
                    <a:srgbClr val="08275B"/>
                  </a:solidFill>
                  <a:latin typeface="Aptos"/>
                  <a:ea typeface="Aptos"/>
                  <a:cs typeface="Aptos"/>
                </a:endParaRPr>
              </a:p>
            </p:txBody>
          </p:sp>
          <p:sp>
            <p:nvSpPr>
              <p:cNvPr id="206" name="temporal-block-2"/>
              <p:cNvSpPr>
                <a:spLocks noGrp="1"/>
              </p:cNvSpPr>
              <p:nvPr/>
            </p:nvSpPr>
            <p:spPr>
              <a:xfrm>
                <a:off x="14880" y="6075"/>
                <a:ext cx="1170" cy="3375"/>
              </a:xfrm>
              <a:prstGeom prst="roundRect">
                <a:avLst>
                  <a:gd name="adj" fmla="val 12821"/>
                </a:avLst>
              </a:prstGeom>
            </p:spPr>
            <p:style>
              <a:lnRef idx="0">
                <a:srgbClr val="FFFFFF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7" name="temporal-title-2"/>
              <p:cNvSpPr>
                <a:spLocks noGrp="1"/>
              </p:cNvSpPr>
              <p:nvPr/>
            </p:nvSpPr>
            <p:spPr>
              <a:xfrm>
                <a:off x="14925" y="6375"/>
                <a:ext cx="1080" cy="108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9525" tIns="9525" rIns="9525" bIns="9525" anchor="ctr">
                <a:normAutofit/>
              </a:bodyPr>
              <a:lstStyle/>
              <a:p>
                <a:pPr algn="ctr">
                  <a:lnSpc>
                    <a:spcPct val="93000"/>
                  </a:lnSpc>
                  <a:buNone/>
                  <a:defRPr sz="1200" b="1">
                    <a:solidFill>
                      <a:srgbClr val="08275B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1200" b="1">
                    <a:solidFill>
                      <a:srgbClr val="08275B"/>
                    </a:solidFill>
                    <a:latin typeface="Aptos"/>
                    <a:ea typeface="Aptos"/>
                    <a:cs typeface="Aptos"/>
                  </a:rPr>
                  <a:t>Global</a:t>
                </a:r>
                <a:endParaRPr sz="1200" b="1">
                  <a:solidFill>
                    <a:srgbClr val="08275B"/>
                  </a:solidFill>
                  <a:latin typeface="Aptos"/>
                  <a:ea typeface="Aptos"/>
                  <a:cs typeface="Aptos"/>
                </a:endParaRPr>
              </a:p>
              <a:p>
                <a:pPr algn="ctr">
                  <a:lnSpc>
                    <a:spcPct val="93000"/>
                  </a:lnSpc>
                  <a:buNone/>
                  <a:defRPr sz="1200" b="1">
                    <a:solidFill>
                      <a:srgbClr val="08275B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1200" b="1">
                    <a:solidFill>
                      <a:srgbClr val="08275B"/>
                    </a:solidFill>
                    <a:latin typeface="Aptos"/>
                    <a:ea typeface="Aptos"/>
                    <a:cs typeface="Aptos"/>
                  </a:rPr>
                  <a:t>Pool</a:t>
                </a:r>
                <a:endParaRPr sz="1200" b="1">
                  <a:solidFill>
                    <a:srgbClr val="08275B"/>
                  </a:solidFill>
                  <a:latin typeface="Aptos"/>
                  <a:ea typeface="Aptos"/>
                  <a:cs typeface="Aptos"/>
                </a:endParaRPr>
              </a:p>
            </p:txBody>
          </p:sp>
          <p:sp>
            <p:nvSpPr>
              <p:cNvPr id="208" name="temporal-block-3"/>
              <p:cNvSpPr>
                <a:spLocks noGrp="1"/>
              </p:cNvSpPr>
              <p:nvPr/>
            </p:nvSpPr>
            <p:spPr>
              <a:xfrm>
                <a:off x="16170" y="6075"/>
                <a:ext cx="1515" cy="3375"/>
              </a:xfrm>
              <a:prstGeom prst="roundRect">
                <a:avLst>
                  <a:gd name="adj" fmla="val 9901"/>
                </a:avLst>
              </a:prstGeom>
              <a:gradFill>
                <a:gsLst>
                  <a:gs pos="95000">
                    <a:schemeClr val="accent4">
                      <a:tint val="73000"/>
                      <a:lumMod val="105000"/>
                      <a:satMod val="103000"/>
                    </a:schemeClr>
                  </a:gs>
                  <a:gs pos="0">
                    <a:schemeClr val="accent4">
                      <a:lumMod val="20000"/>
                      <a:lumOff val="80000"/>
                    </a:schemeClr>
                  </a:gs>
                </a:gsLst>
              </a:gradFill>
            </p:spPr>
            <p:style>
              <a:lnRef idx="0">
                <a:srgbClr val="FFFFFF"/>
              </a:lnRef>
              <a:fillRef idx="2">
                <a:schemeClr val="accent4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9" name="temporal-title-3"/>
              <p:cNvSpPr>
                <a:spLocks noGrp="1"/>
              </p:cNvSpPr>
              <p:nvPr/>
            </p:nvSpPr>
            <p:spPr>
              <a:xfrm>
                <a:off x="16215" y="6375"/>
                <a:ext cx="1425" cy="108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9525" tIns="9525" rIns="9525" bIns="9525" anchor="ctr">
                <a:normAutofit/>
              </a:bodyPr>
              <a:lstStyle/>
              <a:p>
                <a:pPr algn="ctr">
                  <a:lnSpc>
                    <a:spcPct val="93000"/>
                  </a:lnSpc>
                  <a:buNone/>
                  <a:defRPr sz="1125" b="1">
                    <a:solidFill>
                      <a:srgbClr val="08275B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1125" b="1">
                    <a:solidFill>
                      <a:srgbClr val="08275B"/>
                    </a:solidFill>
                    <a:latin typeface="Aptos"/>
                    <a:ea typeface="Aptos"/>
                    <a:cs typeface="Aptos"/>
                  </a:rPr>
                  <a:t>Multi-scale</a:t>
                </a:r>
                <a:endParaRPr sz="1125" b="1">
                  <a:solidFill>
                    <a:srgbClr val="08275B"/>
                  </a:solidFill>
                  <a:latin typeface="Aptos"/>
                  <a:ea typeface="Aptos"/>
                  <a:cs typeface="Aptos"/>
                </a:endParaRPr>
              </a:p>
              <a:p>
                <a:pPr algn="ctr">
                  <a:lnSpc>
                    <a:spcPct val="93000"/>
                  </a:lnSpc>
                  <a:buNone/>
                  <a:defRPr sz="1125" b="1">
                    <a:solidFill>
                      <a:srgbClr val="08275B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1125" b="1">
                    <a:solidFill>
                      <a:srgbClr val="08275B"/>
                    </a:solidFill>
                    <a:latin typeface="Aptos"/>
                    <a:ea typeface="Aptos"/>
                    <a:cs typeface="Aptos"/>
                  </a:rPr>
                  <a:t>Temporal</a:t>
                </a:r>
                <a:endParaRPr sz="1125" b="1">
                  <a:solidFill>
                    <a:srgbClr val="08275B"/>
                  </a:solidFill>
                  <a:latin typeface="Aptos"/>
                  <a:ea typeface="Aptos"/>
                  <a:cs typeface="Aptos"/>
                </a:endParaRPr>
              </a:p>
              <a:p>
                <a:pPr algn="ctr">
                  <a:lnSpc>
                    <a:spcPct val="93000"/>
                  </a:lnSpc>
                  <a:buNone/>
                  <a:defRPr sz="1125" b="1">
                    <a:solidFill>
                      <a:srgbClr val="08275B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1125" b="1">
                    <a:solidFill>
                      <a:srgbClr val="08275B"/>
                    </a:solidFill>
                    <a:latin typeface="Aptos"/>
                    <a:ea typeface="Aptos"/>
                    <a:cs typeface="Aptos"/>
                  </a:rPr>
                  <a:t>Conv</a:t>
                </a:r>
                <a:endParaRPr sz="1125" b="1">
                  <a:solidFill>
                    <a:srgbClr val="08275B"/>
                  </a:solidFill>
                  <a:latin typeface="Aptos"/>
                  <a:ea typeface="Aptos"/>
                  <a:cs typeface="Aptos"/>
                </a:endParaRPr>
              </a:p>
            </p:txBody>
          </p:sp>
          <p:sp>
            <p:nvSpPr>
              <p:cNvPr id="210" name="temporal-block-4"/>
              <p:cNvSpPr>
                <a:spLocks noGrp="1"/>
              </p:cNvSpPr>
              <p:nvPr/>
            </p:nvSpPr>
            <p:spPr>
              <a:xfrm>
                <a:off x="17805" y="6075"/>
                <a:ext cx="1230" cy="3375"/>
              </a:xfrm>
              <a:prstGeom prst="roundRect">
                <a:avLst>
                  <a:gd name="adj" fmla="val 12195"/>
                </a:avLst>
              </a:prstGeom>
              <a:gradFill>
                <a:gsLst>
                  <a:gs pos="0">
                    <a:schemeClr val="accent6">
                      <a:tint val="67000"/>
                      <a:lumMod val="110000"/>
                      <a:satMod val="105000"/>
                    </a:schemeClr>
                  </a:gs>
                  <a:gs pos="26000">
                    <a:schemeClr val="accent6">
                      <a:lumMod val="20000"/>
                      <a:lumOff val="80000"/>
                    </a:schemeClr>
                  </a:gs>
                  <a:gs pos="100000">
                    <a:srgbClr val="DAF2D1">
                      <a:alpha val="100000"/>
                    </a:srgbClr>
                  </a:gs>
                  <a:gs pos="0">
                    <a:schemeClr val="accent1">
                      <a:lumMod val="5000"/>
                      <a:lumOff val="95000"/>
                    </a:schemeClr>
                  </a:gs>
                </a:gsLst>
                <a:lin ang="5400000" scaled="0"/>
              </a:gradFill>
            </p:spPr>
            <p:style>
              <a:lnRef idx="0">
                <a:srgbClr val="FFFFFF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1" name="temporal-title-4"/>
              <p:cNvSpPr>
                <a:spLocks noGrp="1"/>
              </p:cNvSpPr>
              <p:nvPr/>
            </p:nvSpPr>
            <p:spPr>
              <a:xfrm>
                <a:off x="17850" y="6375"/>
                <a:ext cx="1140" cy="108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9525" tIns="9525" rIns="9525" bIns="9525" anchor="ctr">
                <a:normAutofit/>
              </a:bodyPr>
              <a:lstStyle/>
              <a:p>
                <a:pPr algn="ctr">
                  <a:lnSpc>
                    <a:spcPct val="93000"/>
                  </a:lnSpc>
                  <a:buNone/>
                  <a:defRPr sz="1200" b="1">
                    <a:solidFill>
                      <a:srgbClr val="08275B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1200" b="1" dirty="0">
                    <a:solidFill>
                      <a:srgbClr val="08275B"/>
                    </a:solidFill>
                    <a:latin typeface="Aptos"/>
                    <a:ea typeface="Aptos"/>
                    <a:cs typeface="Aptos"/>
                  </a:rPr>
                  <a:t>Temporal</a:t>
                </a:r>
                <a:endParaRPr sz="1200" b="1" dirty="0">
                  <a:solidFill>
                    <a:srgbClr val="08275B"/>
                  </a:solidFill>
                  <a:latin typeface="Aptos"/>
                  <a:ea typeface="Aptos"/>
                  <a:cs typeface="Aptos"/>
                </a:endParaRPr>
              </a:p>
              <a:p>
                <a:pPr algn="ctr">
                  <a:lnSpc>
                    <a:spcPct val="93000"/>
                  </a:lnSpc>
                  <a:buNone/>
                  <a:defRPr sz="1200" b="1">
                    <a:solidFill>
                      <a:srgbClr val="08275B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1200" b="1" dirty="0">
                    <a:solidFill>
                      <a:srgbClr val="08275B"/>
                    </a:solidFill>
                    <a:latin typeface="Aptos"/>
                    <a:ea typeface="Aptos"/>
                    <a:cs typeface="Aptos"/>
                  </a:rPr>
                  <a:t>F</a:t>
                </a:r>
                <a:r>
                  <a:rPr lang="en-US" sz="1200" b="1" dirty="0">
                    <a:solidFill>
                      <a:srgbClr val="08275B"/>
                    </a:solidFill>
                    <a:latin typeface="Aptos"/>
                    <a:ea typeface="Aptos"/>
                    <a:cs typeface="Aptos"/>
                  </a:rPr>
                  <a:t>F</a:t>
                </a:r>
                <a:r>
                  <a:rPr sz="1200" b="1" dirty="0">
                    <a:solidFill>
                      <a:srgbClr val="08275B"/>
                    </a:solidFill>
                    <a:latin typeface="Aptos"/>
                    <a:ea typeface="Aptos"/>
                    <a:cs typeface="Aptos"/>
                  </a:rPr>
                  <a:t>N</a:t>
                </a:r>
                <a:endParaRPr sz="1200" b="1" dirty="0">
                  <a:solidFill>
                    <a:srgbClr val="08275B"/>
                  </a:solidFill>
                  <a:latin typeface="Aptos"/>
                  <a:ea typeface="Aptos"/>
                  <a:cs typeface="Aptos"/>
                </a:endParaRPr>
              </a:p>
            </p:txBody>
          </p:sp>
          <p:sp>
            <p:nvSpPr>
              <p:cNvPr id="212" name="temporal-block-5"/>
              <p:cNvSpPr>
                <a:spLocks noGrp="1"/>
              </p:cNvSpPr>
              <p:nvPr/>
            </p:nvSpPr>
            <p:spPr>
              <a:xfrm>
                <a:off x="19155" y="6075"/>
                <a:ext cx="1155" cy="3375"/>
              </a:xfrm>
              <a:prstGeom prst="roundRect">
                <a:avLst>
                  <a:gd name="adj" fmla="val 12987"/>
                </a:avLst>
              </a:prstGeom>
            </p:spPr>
            <p:style>
              <a:lnRef idx="0">
                <a:srgbClr val="FFFFFF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3" name="temporal-title-5"/>
              <p:cNvSpPr>
                <a:spLocks noGrp="1"/>
              </p:cNvSpPr>
              <p:nvPr/>
            </p:nvSpPr>
            <p:spPr>
              <a:xfrm>
                <a:off x="19200" y="6375"/>
                <a:ext cx="1065" cy="108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9525" tIns="9525" rIns="9525" bIns="9525" anchor="ctr">
                <a:normAutofit/>
              </a:bodyPr>
              <a:lstStyle/>
              <a:p>
                <a:pPr algn="ctr">
                  <a:lnSpc>
                    <a:spcPct val="93000"/>
                  </a:lnSpc>
                  <a:buNone/>
                  <a:defRPr sz="1200" b="1">
                    <a:solidFill>
                      <a:srgbClr val="08275B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1200" b="1" dirty="0" err="1">
                    <a:solidFill>
                      <a:srgbClr val="08275B"/>
                    </a:solidFill>
                    <a:latin typeface="Aptos"/>
                    <a:ea typeface="Aptos"/>
                    <a:cs typeface="Aptos"/>
                  </a:rPr>
                  <a:t>Residual</a:t>
                </a:r>
                <a:r>
                  <a:rPr lang="en-US" sz="1200" b="1" dirty="0" err="1">
                    <a:solidFill>
                      <a:srgbClr val="08275B"/>
                    </a:solidFill>
                    <a:latin typeface="Aptos"/>
                    <a:ea typeface="Aptos"/>
                    <a:cs typeface="Aptos"/>
                  </a:rPr>
                  <a:t>Feature</a:t>
                </a:r>
                <a:endParaRPr sz="1200" b="1" dirty="0">
                  <a:solidFill>
                    <a:srgbClr val="08275B"/>
                  </a:solidFill>
                  <a:latin typeface="Aptos"/>
                  <a:ea typeface="Aptos"/>
                  <a:cs typeface="Aptos"/>
                </a:endParaRPr>
              </a:p>
            </p:txBody>
          </p:sp>
          <p:sp>
            <p:nvSpPr>
              <p:cNvPr id="214" name="spatial-icon-grid-0-0"/>
              <p:cNvSpPr>
                <a:spLocks noGrp="1"/>
              </p:cNvSpPr>
              <p:nvPr/>
            </p:nvSpPr>
            <p:spPr>
              <a:xfrm>
                <a:off x="13890" y="8025"/>
                <a:ext cx="180" cy="180"/>
              </a:xfrm>
              <a:prstGeom prst="roundRect">
                <a:avLst>
                  <a:gd name="adj" fmla="val 8333"/>
                </a:avLst>
              </a:prstGeom>
              <a:solidFill>
                <a:srgbClr val="EEF8F1"/>
              </a:solidFill>
              <a:ln w="9525">
                <a:solidFill>
                  <a:srgbClr val="2369D8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" name="spatial-icon-grid-0-1"/>
              <p:cNvSpPr>
                <a:spLocks noGrp="1"/>
              </p:cNvSpPr>
              <p:nvPr/>
            </p:nvSpPr>
            <p:spPr>
              <a:xfrm>
                <a:off x="14085" y="8025"/>
                <a:ext cx="180" cy="180"/>
              </a:xfrm>
              <a:prstGeom prst="roundRect">
                <a:avLst>
                  <a:gd name="adj" fmla="val 8333"/>
                </a:avLst>
              </a:prstGeom>
              <a:solidFill>
                <a:srgbClr val="EEF8F1"/>
              </a:solidFill>
              <a:ln w="9525">
                <a:solidFill>
                  <a:srgbClr val="2369D8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6" name="spatial-icon-grid-0-2"/>
              <p:cNvSpPr>
                <a:spLocks noGrp="1"/>
              </p:cNvSpPr>
              <p:nvPr/>
            </p:nvSpPr>
            <p:spPr>
              <a:xfrm>
                <a:off x="14280" y="8025"/>
                <a:ext cx="180" cy="180"/>
              </a:xfrm>
              <a:prstGeom prst="roundRect">
                <a:avLst>
                  <a:gd name="adj" fmla="val 8333"/>
                </a:avLst>
              </a:prstGeom>
              <a:solidFill>
                <a:srgbClr val="EEF8F1"/>
              </a:solidFill>
              <a:ln w="9525">
                <a:solidFill>
                  <a:srgbClr val="2369D8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7" name="spatial-icon-grid-1-0"/>
              <p:cNvSpPr>
                <a:spLocks noGrp="1"/>
              </p:cNvSpPr>
              <p:nvPr/>
            </p:nvSpPr>
            <p:spPr>
              <a:xfrm>
                <a:off x="13890" y="8220"/>
                <a:ext cx="180" cy="180"/>
              </a:xfrm>
              <a:prstGeom prst="roundRect">
                <a:avLst>
                  <a:gd name="adj" fmla="val 8333"/>
                </a:avLst>
              </a:prstGeom>
              <a:solidFill>
                <a:srgbClr val="EEF8F1"/>
              </a:solidFill>
              <a:ln w="9525">
                <a:solidFill>
                  <a:srgbClr val="2369D8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8" name="spatial-icon-grid-1-1"/>
              <p:cNvSpPr>
                <a:spLocks noGrp="1"/>
              </p:cNvSpPr>
              <p:nvPr/>
            </p:nvSpPr>
            <p:spPr>
              <a:xfrm>
                <a:off x="14085" y="8220"/>
                <a:ext cx="180" cy="180"/>
              </a:xfrm>
              <a:prstGeom prst="roundRect">
                <a:avLst>
                  <a:gd name="adj" fmla="val 8333"/>
                </a:avLst>
              </a:prstGeom>
              <a:solidFill>
                <a:srgbClr val="EEF8F1"/>
              </a:solidFill>
              <a:ln w="9525">
                <a:solidFill>
                  <a:srgbClr val="2369D8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9" name="spatial-icon-grid-1-2"/>
              <p:cNvSpPr>
                <a:spLocks noGrp="1"/>
              </p:cNvSpPr>
              <p:nvPr/>
            </p:nvSpPr>
            <p:spPr>
              <a:xfrm>
                <a:off x="14280" y="8220"/>
                <a:ext cx="180" cy="180"/>
              </a:xfrm>
              <a:prstGeom prst="roundRect">
                <a:avLst>
                  <a:gd name="adj" fmla="val 8333"/>
                </a:avLst>
              </a:prstGeom>
              <a:solidFill>
                <a:srgbClr val="EEF8F1"/>
              </a:solidFill>
              <a:ln w="9525">
                <a:solidFill>
                  <a:srgbClr val="2369D8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0" name="spatial-icon-grid-2-0"/>
              <p:cNvSpPr>
                <a:spLocks noGrp="1"/>
              </p:cNvSpPr>
              <p:nvPr/>
            </p:nvSpPr>
            <p:spPr>
              <a:xfrm>
                <a:off x="13890" y="8415"/>
                <a:ext cx="180" cy="180"/>
              </a:xfrm>
              <a:prstGeom prst="roundRect">
                <a:avLst>
                  <a:gd name="adj" fmla="val 8333"/>
                </a:avLst>
              </a:prstGeom>
              <a:solidFill>
                <a:srgbClr val="EEF8F1"/>
              </a:solidFill>
              <a:ln w="9525">
                <a:solidFill>
                  <a:srgbClr val="2369D8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1" name="spatial-icon-grid-2-1"/>
              <p:cNvSpPr>
                <a:spLocks noGrp="1"/>
              </p:cNvSpPr>
              <p:nvPr/>
            </p:nvSpPr>
            <p:spPr>
              <a:xfrm>
                <a:off x="14085" y="8415"/>
                <a:ext cx="180" cy="180"/>
              </a:xfrm>
              <a:prstGeom prst="roundRect">
                <a:avLst>
                  <a:gd name="adj" fmla="val 8333"/>
                </a:avLst>
              </a:prstGeom>
              <a:solidFill>
                <a:srgbClr val="EEF8F1"/>
              </a:solidFill>
              <a:ln w="9525">
                <a:solidFill>
                  <a:srgbClr val="2369D8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2" name="spatial-icon-grid-2-2"/>
              <p:cNvSpPr>
                <a:spLocks noGrp="1"/>
              </p:cNvSpPr>
              <p:nvPr/>
            </p:nvSpPr>
            <p:spPr>
              <a:xfrm>
                <a:off x="14280" y="8415"/>
                <a:ext cx="180" cy="180"/>
              </a:xfrm>
              <a:prstGeom prst="roundRect">
                <a:avLst>
                  <a:gd name="adj" fmla="val 8333"/>
                </a:avLst>
              </a:prstGeom>
              <a:solidFill>
                <a:srgbClr val="EEF8F1"/>
              </a:solidFill>
              <a:ln w="9525">
                <a:solidFill>
                  <a:srgbClr val="2369D8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3" name="multiscale-wave-1-0"/>
              <p:cNvSpPr>
                <a:spLocks noGrp="1"/>
              </p:cNvSpPr>
              <p:nvPr/>
            </p:nvSpPr>
            <p:spPr>
              <a:xfrm flipV="1">
                <a:off x="16380" y="8032"/>
                <a:ext cx="65" cy="14"/>
              </a:xfrm>
              <a:prstGeom prst="line">
                <a:avLst/>
              </a:prstGeom>
              <a:noFill/>
              <a:ln w="17145">
                <a:solidFill>
                  <a:schemeClr val="tx1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4" name="multiscale-wave-1-1"/>
              <p:cNvSpPr>
                <a:spLocks noGrp="1"/>
              </p:cNvSpPr>
              <p:nvPr/>
            </p:nvSpPr>
            <p:spPr>
              <a:xfrm>
                <a:off x="16445" y="8032"/>
                <a:ext cx="54" cy="58"/>
              </a:xfrm>
              <a:prstGeom prst="line">
                <a:avLst/>
              </a:prstGeom>
              <a:noFill/>
              <a:ln w="17145">
                <a:solidFill>
                  <a:schemeClr val="tx1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" name="multiscale-wave-1-2"/>
              <p:cNvSpPr>
                <a:spLocks noGrp="1"/>
              </p:cNvSpPr>
              <p:nvPr/>
            </p:nvSpPr>
            <p:spPr>
              <a:xfrm flipV="1">
                <a:off x="16499" y="7873"/>
                <a:ext cx="65" cy="216"/>
              </a:xfrm>
              <a:prstGeom prst="line">
                <a:avLst/>
              </a:prstGeom>
              <a:noFill/>
              <a:ln w="17145">
                <a:solidFill>
                  <a:schemeClr val="tx1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" name="multiscale-wave-1-3"/>
              <p:cNvSpPr>
                <a:spLocks noGrp="1"/>
              </p:cNvSpPr>
              <p:nvPr/>
            </p:nvSpPr>
            <p:spPr>
              <a:xfrm>
                <a:off x="16564" y="7873"/>
                <a:ext cx="65" cy="252"/>
              </a:xfrm>
              <a:prstGeom prst="line">
                <a:avLst/>
              </a:prstGeom>
              <a:noFill/>
              <a:ln w="17145">
                <a:solidFill>
                  <a:schemeClr val="tx1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7" name="multiscale-wave-1-4"/>
              <p:cNvSpPr>
                <a:spLocks noGrp="1"/>
              </p:cNvSpPr>
              <p:nvPr/>
            </p:nvSpPr>
            <p:spPr>
              <a:xfrm flipV="1">
                <a:off x="16628" y="8010"/>
                <a:ext cx="76" cy="115"/>
              </a:xfrm>
              <a:prstGeom prst="line">
                <a:avLst/>
              </a:prstGeom>
              <a:noFill/>
              <a:ln w="17145">
                <a:solidFill>
                  <a:schemeClr val="tx1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8" name="multiscale-wave-1-5"/>
              <p:cNvSpPr>
                <a:spLocks noGrp="1"/>
              </p:cNvSpPr>
              <p:nvPr/>
            </p:nvSpPr>
            <p:spPr>
              <a:xfrm>
                <a:off x="16704" y="8010"/>
                <a:ext cx="76" cy="29"/>
              </a:xfrm>
              <a:prstGeom prst="line">
                <a:avLst/>
              </a:prstGeom>
              <a:noFill/>
              <a:ln w="17145">
                <a:solidFill>
                  <a:schemeClr val="tx1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9" name="multiscale-wave-1-6"/>
              <p:cNvSpPr>
                <a:spLocks noGrp="1"/>
              </p:cNvSpPr>
              <p:nvPr/>
            </p:nvSpPr>
            <p:spPr>
              <a:xfrm flipV="1">
                <a:off x="16780" y="7931"/>
                <a:ext cx="86" cy="108"/>
              </a:xfrm>
              <a:prstGeom prst="line">
                <a:avLst/>
              </a:prstGeom>
              <a:noFill/>
              <a:ln w="17145">
                <a:solidFill>
                  <a:schemeClr val="tx1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0" name="multiscale-wave-1-7"/>
              <p:cNvSpPr>
                <a:spLocks noGrp="1"/>
              </p:cNvSpPr>
              <p:nvPr/>
            </p:nvSpPr>
            <p:spPr>
              <a:xfrm>
                <a:off x="16866" y="7931"/>
                <a:ext cx="76" cy="176"/>
              </a:xfrm>
              <a:prstGeom prst="line">
                <a:avLst/>
              </a:prstGeom>
              <a:noFill/>
              <a:ln w="17145">
                <a:solidFill>
                  <a:schemeClr val="tx1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1" name="multiscale-wave-1-8"/>
              <p:cNvSpPr>
                <a:spLocks noGrp="1"/>
              </p:cNvSpPr>
              <p:nvPr/>
            </p:nvSpPr>
            <p:spPr>
              <a:xfrm flipV="1">
                <a:off x="16942" y="8010"/>
                <a:ext cx="76" cy="97"/>
              </a:xfrm>
              <a:prstGeom prst="line">
                <a:avLst/>
              </a:prstGeom>
              <a:noFill/>
              <a:ln w="17145">
                <a:solidFill>
                  <a:schemeClr val="tx1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" name="multiscale-wave-1-9"/>
              <p:cNvSpPr>
                <a:spLocks noGrp="1"/>
              </p:cNvSpPr>
              <p:nvPr/>
            </p:nvSpPr>
            <p:spPr>
              <a:xfrm>
                <a:off x="17017" y="8010"/>
                <a:ext cx="76" cy="25"/>
              </a:xfrm>
              <a:prstGeom prst="line">
                <a:avLst/>
              </a:prstGeom>
              <a:noFill/>
              <a:ln w="17145">
                <a:solidFill>
                  <a:schemeClr val="tx1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3" name="multiscale-wave-1-10"/>
              <p:cNvSpPr>
                <a:spLocks noGrp="1"/>
              </p:cNvSpPr>
              <p:nvPr/>
            </p:nvSpPr>
            <p:spPr>
              <a:xfrm flipV="1">
                <a:off x="17093" y="7884"/>
                <a:ext cx="76" cy="151"/>
              </a:xfrm>
              <a:prstGeom prst="line">
                <a:avLst/>
              </a:prstGeom>
              <a:noFill/>
              <a:ln w="17145">
                <a:solidFill>
                  <a:schemeClr val="tx1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4" name="multiscale-wave-1-11"/>
              <p:cNvSpPr>
                <a:spLocks noGrp="1"/>
              </p:cNvSpPr>
              <p:nvPr/>
            </p:nvSpPr>
            <p:spPr>
              <a:xfrm>
                <a:off x="17168" y="7884"/>
                <a:ext cx="76" cy="220"/>
              </a:xfrm>
              <a:prstGeom prst="line">
                <a:avLst/>
              </a:prstGeom>
              <a:noFill/>
              <a:ln w="17145">
                <a:solidFill>
                  <a:schemeClr val="tx1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" name="multiscale-wave-1-12"/>
              <p:cNvSpPr>
                <a:spLocks noGrp="1"/>
              </p:cNvSpPr>
              <p:nvPr/>
            </p:nvSpPr>
            <p:spPr>
              <a:xfrm flipV="1">
                <a:off x="17244" y="8017"/>
                <a:ext cx="76" cy="86"/>
              </a:xfrm>
              <a:prstGeom prst="line">
                <a:avLst/>
              </a:prstGeom>
              <a:noFill/>
              <a:ln w="17145">
                <a:solidFill>
                  <a:schemeClr val="tx1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" name="multiscale-wave-1-13"/>
              <p:cNvSpPr>
                <a:spLocks noGrp="1"/>
              </p:cNvSpPr>
              <p:nvPr/>
            </p:nvSpPr>
            <p:spPr>
              <a:xfrm>
                <a:off x="17320" y="8017"/>
                <a:ext cx="76" cy="29"/>
              </a:xfrm>
              <a:prstGeom prst="line">
                <a:avLst/>
              </a:prstGeom>
              <a:noFill/>
              <a:ln w="17145">
                <a:solidFill>
                  <a:schemeClr val="tx1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7" name="multiscale-wave-1-14"/>
              <p:cNvSpPr>
                <a:spLocks noGrp="1"/>
              </p:cNvSpPr>
              <p:nvPr/>
            </p:nvSpPr>
            <p:spPr>
              <a:xfrm flipV="1">
                <a:off x="17395" y="8032"/>
                <a:ext cx="65" cy="14"/>
              </a:xfrm>
              <a:prstGeom prst="line">
                <a:avLst/>
              </a:prstGeom>
              <a:noFill/>
              <a:ln w="17145">
                <a:solidFill>
                  <a:schemeClr val="tx1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8" name="multiscale-wave-2-0"/>
              <p:cNvSpPr>
                <a:spLocks noGrp="1"/>
              </p:cNvSpPr>
              <p:nvPr/>
            </p:nvSpPr>
            <p:spPr>
              <a:xfrm flipV="1">
                <a:off x="16380" y="8452"/>
                <a:ext cx="65" cy="14"/>
              </a:xfrm>
              <a:prstGeom prst="line">
                <a:avLst/>
              </a:prstGeom>
              <a:noFill/>
              <a:ln w="17145">
                <a:solidFill>
                  <a:schemeClr val="tx1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9" name="multiscale-wave-2-1"/>
              <p:cNvSpPr>
                <a:spLocks noGrp="1"/>
              </p:cNvSpPr>
              <p:nvPr/>
            </p:nvSpPr>
            <p:spPr>
              <a:xfrm>
                <a:off x="16445" y="8452"/>
                <a:ext cx="54" cy="58"/>
              </a:xfrm>
              <a:prstGeom prst="line">
                <a:avLst/>
              </a:prstGeom>
              <a:noFill/>
              <a:ln w="17145">
                <a:solidFill>
                  <a:schemeClr val="tx1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0" name="multiscale-wave-2-2"/>
              <p:cNvSpPr>
                <a:spLocks noGrp="1"/>
              </p:cNvSpPr>
              <p:nvPr/>
            </p:nvSpPr>
            <p:spPr>
              <a:xfrm flipV="1">
                <a:off x="16499" y="8293"/>
                <a:ext cx="65" cy="216"/>
              </a:xfrm>
              <a:prstGeom prst="line">
                <a:avLst/>
              </a:prstGeom>
              <a:noFill/>
              <a:ln w="17145">
                <a:solidFill>
                  <a:schemeClr val="tx1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1" name="multiscale-wave-2-3"/>
              <p:cNvSpPr>
                <a:spLocks noGrp="1"/>
              </p:cNvSpPr>
              <p:nvPr/>
            </p:nvSpPr>
            <p:spPr>
              <a:xfrm>
                <a:off x="16564" y="8293"/>
                <a:ext cx="65" cy="252"/>
              </a:xfrm>
              <a:prstGeom prst="line">
                <a:avLst/>
              </a:prstGeom>
              <a:noFill/>
              <a:ln w="17145">
                <a:solidFill>
                  <a:schemeClr val="tx1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2" name="multiscale-wave-2-4"/>
              <p:cNvSpPr>
                <a:spLocks noGrp="1"/>
              </p:cNvSpPr>
              <p:nvPr/>
            </p:nvSpPr>
            <p:spPr>
              <a:xfrm flipV="1">
                <a:off x="16628" y="8430"/>
                <a:ext cx="76" cy="115"/>
              </a:xfrm>
              <a:prstGeom prst="line">
                <a:avLst/>
              </a:prstGeom>
              <a:noFill/>
              <a:ln w="17145">
                <a:solidFill>
                  <a:schemeClr val="tx1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3" name="multiscale-wave-2-5"/>
              <p:cNvSpPr>
                <a:spLocks noGrp="1"/>
              </p:cNvSpPr>
              <p:nvPr/>
            </p:nvSpPr>
            <p:spPr>
              <a:xfrm>
                <a:off x="16704" y="8430"/>
                <a:ext cx="76" cy="29"/>
              </a:xfrm>
              <a:prstGeom prst="line">
                <a:avLst/>
              </a:prstGeom>
              <a:noFill/>
              <a:ln w="17145">
                <a:solidFill>
                  <a:schemeClr val="tx1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4" name="multiscale-wave-2-6"/>
              <p:cNvSpPr>
                <a:spLocks noGrp="1"/>
              </p:cNvSpPr>
              <p:nvPr/>
            </p:nvSpPr>
            <p:spPr>
              <a:xfrm flipV="1">
                <a:off x="16780" y="8351"/>
                <a:ext cx="86" cy="108"/>
              </a:xfrm>
              <a:prstGeom prst="line">
                <a:avLst/>
              </a:prstGeom>
              <a:noFill/>
              <a:ln w="17145">
                <a:solidFill>
                  <a:schemeClr val="tx1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5" name="multiscale-wave-2-7"/>
              <p:cNvSpPr>
                <a:spLocks noGrp="1"/>
              </p:cNvSpPr>
              <p:nvPr/>
            </p:nvSpPr>
            <p:spPr>
              <a:xfrm>
                <a:off x="16866" y="8351"/>
                <a:ext cx="76" cy="176"/>
              </a:xfrm>
              <a:prstGeom prst="line">
                <a:avLst/>
              </a:prstGeom>
              <a:noFill/>
              <a:ln w="17145">
                <a:solidFill>
                  <a:schemeClr val="tx1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" name="multiscale-wave-2-8"/>
              <p:cNvSpPr>
                <a:spLocks noGrp="1"/>
              </p:cNvSpPr>
              <p:nvPr/>
            </p:nvSpPr>
            <p:spPr>
              <a:xfrm flipV="1">
                <a:off x="16942" y="8430"/>
                <a:ext cx="76" cy="97"/>
              </a:xfrm>
              <a:prstGeom prst="line">
                <a:avLst/>
              </a:prstGeom>
              <a:noFill/>
              <a:ln w="17145">
                <a:solidFill>
                  <a:schemeClr val="tx1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7" name="multiscale-wave-2-9"/>
              <p:cNvSpPr>
                <a:spLocks noGrp="1"/>
              </p:cNvSpPr>
              <p:nvPr/>
            </p:nvSpPr>
            <p:spPr>
              <a:xfrm>
                <a:off x="17017" y="8430"/>
                <a:ext cx="76" cy="25"/>
              </a:xfrm>
              <a:prstGeom prst="line">
                <a:avLst/>
              </a:prstGeom>
              <a:noFill/>
              <a:ln w="17145">
                <a:solidFill>
                  <a:schemeClr val="tx1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8" name="multiscale-wave-2-10"/>
              <p:cNvSpPr>
                <a:spLocks noGrp="1"/>
              </p:cNvSpPr>
              <p:nvPr/>
            </p:nvSpPr>
            <p:spPr>
              <a:xfrm flipV="1">
                <a:off x="17093" y="8304"/>
                <a:ext cx="76" cy="151"/>
              </a:xfrm>
              <a:prstGeom prst="line">
                <a:avLst/>
              </a:prstGeom>
              <a:noFill/>
              <a:ln w="17145">
                <a:solidFill>
                  <a:schemeClr val="tx1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9" name="multiscale-wave-2-11"/>
              <p:cNvSpPr>
                <a:spLocks noGrp="1"/>
              </p:cNvSpPr>
              <p:nvPr/>
            </p:nvSpPr>
            <p:spPr>
              <a:xfrm>
                <a:off x="17168" y="8304"/>
                <a:ext cx="76" cy="220"/>
              </a:xfrm>
              <a:prstGeom prst="line">
                <a:avLst/>
              </a:prstGeom>
              <a:noFill/>
              <a:ln w="17145">
                <a:solidFill>
                  <a:schemeClr val="tx1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0" name="multiscale-wave-2-12"/>
              <p:cNvSpPr>
                <a:spLocks noGrp="1"/>
              </p:cNvSpPr>
              <p:nvPr/>
            </p:nvSpPr>
            <p:spPr>
              <a:xfrm flipV="1">
                <a:off x="17244" y="8437"/>
                <a:ext cx="76" cy="86"/>
              </a:xfrm>
              <a:prstGeom prst="line">
                <a:avLst/>
              </a:prstGeom>
              <a:noFill/>
              <a:ln w="17145">
                <a:solidFill>
                  <a:schemeClr val="tx1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1" name="multiscale-wave-2-13"/>
              <p:cNvSpPr>
                <a:spLocks noGrp="1"/>
              </p:cNvSpPr>
              <p:nvPr/>
            </p:nvSpPr>
            <p:spPr>
              <a:xfrm>
                <a:off x="17320" y="8437"/>
                <a:ext cx="76" cy="29"/>
              </a:xfrm>
              <a:prstGeom prst="line">
                <a:avLst/>
              </a:prstGeom>
              <a:noFill/>
              <a:ln w="17145">
                <a:solidFill>
                  <a:schemeClr val="tx1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2" name="multiscale-wave-2-14"/>
              <p:cNvSpPr>
                <a:spLocks noGrp="1"/>
              </p:cNvSpPr>
              <p:nvPr/>
            </p:nvSpPr>
            <p:spPr>
              <a:xfrm flipV="1">
                <a:off x="17395" y="8452"/>
                <a:ext cx="65" cy="14"/>
              </a:xfrm>
              <a:prstGeom prst="line">
                <a:avLst/>
              </a:prstGeom>
              <a:noFill/>
              <a:ln w="17145">
                <a:solidFill>
                  <a:schemeClr val="tx1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3" name="multiscale-wave-3-0"/>
              <p:cNvSpPr>
                <a:spLocks noGrp="1"/>
              </p:cNvSpPr>
              <p:nvPr/>
            </p:nvSpPr>
            <p:spPr>
              <a:xfrm flipV="1">
                <a:off x="16380" y="8872"/>
                <a:ext cx="65" cy="14"/>
              </a:xfrm>
              <a:prstGeom prst="line">
                <a:avLst/>
              </a:prstGeom>
              <a:noFill/>
              <a:ln w="17145">
                <a:solidFill>
                  <a:schemeClr val="tx1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4" name="multiscale-wave-3-1"/>
              <p:cNvSpPr>
                <a:spLocks noGrp="1"/>
              </p:cNvSpPr>
              <p:nvPr/>
            </p:nvSpPr>
            <p:spPr>
              <a:xfrm>
                <a:off x="16445" y="8872"/>
                <a:ext cx="54" cy="58"/>
              </a:xfrm>
              <a:prstGeom prst="line">
                <a:avLst/>
              </a:prstGeom>
              <a:noFill/>
              <a:ln w="17145">
                <a:solidFill>
                  <a:schemeClr val="tx1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5" name="multiscale-wave-3-2"/>
              <p:cNvSpPr>
                <a:spLocks noGrp="1"/>
              </p:cNvSpPr>
              <p:nvPr/>
            </p:nvSpPr>
            <p:spPr>
              <a:xfrm flipV="1">
                <a:off x="16499" y="8713"/>
                <a:ext cx="65" cy="216"/>
              </a:xfrm>
              <a:prstGeom prst="line">
                <a:avLst/>
              </a:prstGeom>
              <a:noFill/>
              <a:ln w="17145">
                <a:solidFill>
                  <a:schemeClr val="tx1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" name="multiscale-wave-3-3"/>
              <p:cNvSpPr>
                <a:spLocks noGrp="1"/>
              </p:cNvSpPr>
              <p:nvPr/>
            </p:nvSpPr>
            <p:spPr>
              <a:xfrm>
                <a:off x="16564" y="8713"/>
                <a:ext cx="65" cy="252"/>
              </a:xfrm>
              <a:prstGeom prst="line">
                <a:avLst/>
              </a:prstGeom>
              <a:noFill/>
              <a:ln w="17145">
                <a:solidFill>
                  <a:schemeClr val="tx1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7" name="multiscale-wave-3-4"/>
              <p:cNvSpPr>
                <a:spLocks noGrp="1"/>
              </p:cNvSpPr>
              <p:nvPr/>
            </p:nvSpPr>
            <p:spPr>
              <a:xfrm flipV="1">
                <a:off x="16628" y="8850"/>
                <a:ext cx="76" cy="115"/>
              </a:xfrm>
              <a:prstGeom prst="line">
                <a:avLst/>
              </a:prstGeom>
              <a:noFill/>
              <a:ln w="17145">
                <a:solidFill>
                  <a:schemeClr val="tx1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8" name="multiscale-wave-3-5"/>
              <p:cNvSpPr>
                <a:spLocks noGrp="1"/>
              </p:cNvSpPr>
              <p:nvPr/>
            </p:nvSpPr>
            <p:spPr>
              <a:xfrm>
                <a:off x="16704" y="8850"/>
                <a:ext cx="76" cy="29"/>
              </a:xfrm>
              <a:prstGeom prst="line">
                <a:avLst/>
              </a:prstGeom>
              <a:noFill/>
              <a:ln w="17145">
                <a:solidFill>
                  <a:schemeClr val="tx1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9" name="multiscale-wave-3-6"/>
              <p:cNvSpPr>
                <a:spLocks noGrp="1"/>
              </p:cNvSpPr>
              <p:nvPr/>
            </p:nvSpPr>
            <p:spPr>
              <a:xfrm flipV="1">
                <a:off x="16780" y="8771"/>
                <a:ext cx="86" cy="108"/>
              </a:xfrm>
              <a:prstGeom prst="line">
                <a:avLst/>
              </a:prstGeom>
              <a:noFill/>
              <a:ln w="17145">
                <a:solidFill>
                  <a:schemeClr val="tx1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0" name="multiscale-wave-3-7"/>
              <p:cNvSpPr>
                <a:spLocks noGrp="1"/>
              </p:cNvSpPr>
              <p:nvPr/>
            </p:nvSpPr>
            <p:spPr>
              <a:xfrm>
                <a:off x="16866" y="8771"/>
                <a:ext cx="76" cy="176"/>
              </a:xfrm>
              <a:prstGeom prst="line">
                <a:avLst/>
              </a:prstGeom>
              <a:noFill/>
              <a:ln w="17145">
                <a:solidFill>
                  <a:schemeClr val="tx1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1" name="multiscale-wave-3-8"/>
              <p:cNvSpPr>
                <a:spLocks noGrp="1"/>
              </p:cNvSpPr>
              <p:nvPr/>
            </p:nvSpPr>
            <p:spPr>
              <a:xfrm flipV="1">
                <a:off x="16942" y="8850"/>
                <a:ext cx="76" cy="97"/>
              </a:xfrm>
              <a:prstGeom prst="line">
                <a:avLst/>
              </a:prstGeom>
              <a:noFill/>
              <a:ln w="17145">
                <a:solidFill>
                  <a:schemeClr val="tx1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" name="multiscale-wave-3-9"/>
              <p:cNvSpPr>
                <a:spLocks noGrp="1"/>
              </p:cNvSpPr>
              <p:nvPr/>
            </p:nvSpPr>
            <p:spPr>
              <a:xfrm>
                <a:off x="17017" y="8850"/>
                <a:ext cx="76" cy="25"/>
              </a:xfrm>
              <a:prstGeom prst="line">
                <a:avLst/>
              </a:prstGeom>
              <a:noFill/>
              <a:ln w="17145">
                <a:solidFill>
                  <a:schemeClr val="tx1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7" name="multiscale-wave-3-10"/>
              <p:cNvSpPr>
                <a:spLocks noGrp="1"/>
              </p:cNvSpPr>
              <p:nvPr/>
            </p:nvSpPr>
            <p:spPr>
              <a:xfrm flipV="1">
                <a:off x="17093" y="8724"/>
                <a:ext cx="76" cy="151"/>
              </a:xfrm>
              <a:prstGeom prst="line">
                <a:avLst/>
              </a:prstGeom>
              <a:noFill/>
              <a:ln w="17145">
                <a:solidFill>
                  <a:schemeClr val="tx1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8" name="multiscale-wave-3-11"/>
              <p:cNvSpPr>
                <a:spLocks noGrp="1"/>
              </p:cNvSpPr>
              <p:nvPr/>
            </p:nvSpPr>
            <p:spPr>
              <a:xfrm>
                <a:off x="17168" y="8724"/>
                <a:ext cx="76" cy="220"/>
              </a:xfrm>
              <a:prstGeom prst="line">
                <a:avLst/>
              </a:prstGeom>
              <a:noFill/>
              <a:ln w="17145">
                <a:solidFill>
                  <a:schemeClr val="tx1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9" name="multiscale-wave-3-12"/>
              <p:cNvSpPr>
                <a:spLocks noGrp="1"/>
              </p:cNvSpPr>
              <p:nvPr/>
            </p:nvSpPr>
            <p:spPr>
              <a:xfrm flipV="1">
                <a:off x="17244" y="8857"/>
                <a:ext cx="76" cy="86"/>
              </a:xfrm>
              <a:prstGeom prst="line">
                <a:avLst/>
              </a:prstGeom>
              <a:noFill/>
              <a:ln w="17145">
                <a:solidFill>
                  <a:schemeClr val="tx1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0" name="multiscale-wave-3-13"/>
              <p:cNvSpPr>
                <a:spLocks noGrp="1"/>
              </p:cNvSpPr>
              <p:nvPr/>
            </p:nvSpPr>
            <p:spPr>
              <a:xfrm>
                <a:off x="17320" y="8857"/>
                <a:ext cx="76" cy="29"/>
              </a:xfrm>
              <a:prstGeom prst="line">
                <a:avLst/>
              </a:prstGeom>
              <a:noFill/>
              <a:ln w="17145">
                <a:solidFill>
                  <a:schemeClr val="tx1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1" name="multiscale-wave-3-14"/>
              <p:cNvSpPr>
                <a:spLocks noGrp="1"/>
              </p:cNvSpPr>
              <p:nvPr/>
            </p:nvSpPr>
            <p:spPr>
              <a:xfrm flipV="1">
                <a:off x="17395" y="8872"/>
                <a:ext cx="65" cy="14"/>
              </a:xfrm>
              <a:prstGeom prst="line">
                <a:avLst/>
              </a:prstGeom>
              <a:noFill/>
              <a:ln w="17145">
                <a:solidFill>
                  <a:schemeClr val="tx1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2" name="fpn-level-1"/>
              <p:cNvSpPr>
                <a:spLocks noGrp="1"/>
              </p:cNvSpPr>
              <p:nvPr/>
            </p:nvSpPr>
            <p:spPr>
              <a:xfrm>
                <a:off x="18101" y="8505"/>
                <a:ext cx="684" cy="191"/>
              </a:xfrm>
              <a:prstGeom prst="roundRect">
                <a:avLst>
                  <a:gd name="adj" fmla="val 8333"/>
                </a:avLst>
              </a:prstGeom>
              <a:solidFill>
                <a:srgbClr val="DDE8D9"/>
              </a:solidFill>
              <a:ln w="9525">
                <a:solidFill>
                  <a:schemeClr val="tx1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3" name="fpn-level-2"/>
              <p:cNvSpPr>
                <a:spLocks noGrp="1"/>
              </p:cNvSpPr>
              <p:nvPr/>
            </p:nvSpPr>
            <p:spPr>
              <a:xfrm>
                <a:off x="18195" y="8239"/>
                <a:ext cx="466" cy="191"/>
              </a:xfrm>
              <a:prstGeom prst="roundRect">
                <a:avLst>
                  <a:gd name="adj" fmla="val 8333"/>
                </a:avLst>
              </a:prstGeom>
              <a:solidFill>
                <a:srgbClr val="D0E1CB"/>
              </a:solidFill>
              <a:ln w="9525">
                <a:solidFill>
                  <a:schemeClr val="tx1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3" name="fpn-level-3"/>
              <p:cNvSpPr>
                <a:spLocks noGrp="1"/>
              </p:cNvSpPr>
              <p:nvPr/>
            </p:nvSpPr>
            <p:spPr>
              <a:xfrm>
                <a:off x="18285" y="7995"/>
                <a:ext cx="270" cy="180"/>
              </a:xfrm>
              <a:prstGeom prst="roundRect">
                <a:avLst>
                  <a:gd name="adj" fmla="val 8333"/>
                </a:avLst>
              </a:prstGeom>
              <a:solidFill>
                <a:srgbClr val="C0D6BA"/>
              </a:solidFill>
              <a:ln w="9525">
                <a:solidFill>
                  <a:schemeClr val="tx1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4" name="gate-circle"/>
              <p:cNvSpPr>
                <a:spLocks noGrp="1"/>
              </p:cNvSpPr>
              <p:nvPr/>
            </p:nvSpPr>
            <p:spPr>
              <a:xfrm>
                <a:off x="19470" y="8160"/>
                <a:ext cx="525" cy="525"/>
              </a:xfrm>
              <a:prstGeom prst="ellipse">
                <a:avLst/>
              </a:prstGeom>
              <a:solidFill>
                <a:srgbClr val="FFFFFF"/>
              </a:solidFill>
              <a:ln w="14288">
                <a:solidFill>
                  <a:srgbClr val="08275B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5" name="gate-x"/>
              <p:cNvSpPr>
                <a:spLocks noGrp="1"/>
              </p:cNvSpPr>
              <p:nvPr/>
            </p:nvSpPr>
            <p:spPr>
              <a:xfrm>
                <a:off x="19470" y="8145"/>
                <a:ext cx="525" cy="525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28575" tIns="19050" rIns="28575" bIns="19050" anchor="ctr">
                <a:normAutofit/>
              </a:bodyPr>
              <a:lstStyle/>
              <a:p>
                <a:pPr algn="ctr">
                  <a:lnSpc>
                    <a:spcPct val="93000"/>
                  </a:lnSpc>
                  <a:buNone/>
                  <a:defRPr sz="1950" b="1">
                    <a:solidFill>
                      <a:srgbClr val="08275B"/>
                    </a:solidFill>
                    <a:latin typeface="Aptos"/>
                    <a:ea typeface="Aptos"/>
                    <a:cs typeface="Aptos"/>
                  </a:defRPr>
                </a:pPr>
                <a:r>
                  <a:rPr lang="en-US" sz="1950" b="1" dirty="0">
                    <a:solidFill>
                      <a:srgbClr val="08275B"/>
                    </a:solidFill>
                    <a:latin typeface="Aptos"/>
                    <a:ea typeface="Aptos"/>
                    <a:cs typeface="Aptos"/>
                  </a:rPr>
                  <a:t>+</a:t>
                </a:r>
                <a:endParaRPr sz="1950" b="1" dirty="0">
                  <a:solidFill>
                    <a:srgbClr val="08275B"/>
                  </a:solidFill>
                  <a:latin typeface="Aptos"/>
                  <a:ea typeface="Aptos"/>
                  <a:cs typeface="Aptos"/>
                </a:endParaRPr>
              </a:p>
            </p:txBody>
          </p:sp>
          <p:sp>
            <p:nvSpPr>
              <p:cNvPr id="286" name="shifts-label"/>
              <p:cNvSpPr>
                <a:spLocks noGrp="1"/>
              </p:cNvSpPr>
              <p:nvPr/>
            </p:nvSpPr>
            <p:spPr>
              <a:xfrm>
                <a:off x="15615" y="9555"/>
                <a:ext cx="2775" cy="51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28575" tIns="19050" rIns="28575" bIns="19050" anchor="ctr">
                <a:normAutofit/>
              </a:bodyPr>
              <a:lstStyle/>
              <a:p>
                <a:pPr algn="ctr">
                  <a:lnSpc>
                    <a:spcPct val="93000"/>
                  </a:lnSpc>
                  <a:buNone/>
                  <a:defRPr sz="1350" b="1">
                    <a:solidFill>
                      <a:srgbClr val="08275B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1350" b="1">
                    <a:solidFill>
                      <a:srgbClr val="08275B"/>
                    </a:solidFill>
                    <a:latin typeface="Aptos"/>
                    <a:ea typeface="Aptos"/>
                    <a:cs typeface="Aptos"/>
                  </a:rPr>
                  <a:t>Shifts: 1 / 2 / 4 / 8</a:t>
                </a:r>
                <a:endParaRPr sz="1350" b="1">
                  <a:solidFill>
                    <a:srgbClr val="08275B"/>
                  </a:solidFill>
                  <a:latin typeface="Aptos"/>
                  <a:ea typeface="Aptos"/>
                  <a:cs typeface="Aptos"/>
                </a:endParaRPr>
              </a:p>
            </p:txBody>
          </p:sp>
          <p:sp>
            <p:nvSpPr>
              <p:cNvPr id="388" name="等腰三角形 387"/>
              <p:cNvSpPr/>
              <p:nvPr/>
            </p:nvSpPr>
            <p:spPr>
              <a:xfrm>
                <a:off x="18332" y="7784"/>
                <a:ext cx="176" cy="151"/>
              </a:xfrm>
              <a:prstGeom prst="triangle">
                <a:avLst/>
              </a:prstGeom>
              <a:solidFill>
                <a:srgbClr val="C0D6BA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89" name="直接箭头连接符 388"/>
              <p:cNvCxnSpPr>
                <a:stCxn id="203" idx="1"/>
                <a:endCxn id="212" idx="2"/>
              </p:cNvCxnSpPr>
              <p:nvPr/>
            </p:nvCxnSpPr>
            <p:spPr>
              <a:xfrm flipV="1">
                <a:off x="19733" y="9450"/>
                <a:ext cx="0" cy="825"/>
              </a:xfrm>
              <a:prstGeom prst="straightConnector1">
                <a:avLst/>
              </a:prstGeom>
              <a:ln>
                <a:tailEnd type="arrow" w="med" len="med"/>
              </a:ln>
            </p:spPr>
            <p:style>
              <a:lnRef idx="2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pic>
            <p:nvPicPr>
              <p:cNvPr id="390" name="图片 389" descr="diqiu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090" y="7949"/>
                <a:ext cx="750" cy="750"/>
              </a:xfrm>
              <a:prstGeom prst="rect">
                <a:avLst/>
              </a:prstGeom>
            </p:spPr>
          </p:pic>
        </p:grpSp>
        <p:grpSp>
          <p:nvGrpSpPr>
            <p:cNvPr id="398" name="组合 397"/>
            <p:cNvGrpSpPr/>
            <p:nvPr/>
          </p:nvGrpSpPr>
          <p:grpSpPr>
            <a:xfrm rot="0">
              <a:off x="1096" y="4360"/>
              <a:ext cx="1687" cy="5525"/>
              <a:chOff x="1275" y="4500"/>
              <a:chExt cx="1680" cy="5525"/>
            </a:xfrm>
          </p:grpSpPr>
          <p:sp>
            <p:nvSpPr>
              <p:cNvPr id="287" name="filmstrip"/>
              <p:cNvSpPr>
                <a:spLocks noGrp="1"/>
              </p:cNvSpPr>
              <p:nvPr/>
            </p:nvSpPr>
            <p:spPr>
              <a:xfrm>
                <a:off x="1275" y="4500"/>
                <a:ext cx="1680" cy="4770"/>
              </a:xfrm>
              <a:prstGeom prst="roundRect">
                <a:avLst>
                  <a:gd name="adj" fmla="val 3571"/>
                </a:avLst>
              </a:prstGeom>
              <a:solidFill>
                <a:srgbClr val="071D44"/>
              </a:solidFill>
              <a:ln w="9525">
                <a:solidFill>
                  <a:srgbClr val="071D44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8" name="film-hole-l-0"/>
              <p:cNvSpPr>
                <a:spLocks noGrp="1"/>
              </p:cNvSpPr>
              <p:nvPr/>
            </p:nvSpPr>
            <p:spPr>
              <a:xfrm>
                <a:off x="1350" y="4680"/>
                <a:ext cx="120" cy="240"/>
              </a:xfrm>
              <a:prstGeom prst="roundRect">
                <a:avLst>
                  <a:gd name="adj" fmla="val 12500"/>
                </a:avLst>
              </a:prstGeom>
              <a:solidFill>
                <a:srgbClr val="FFFFFF"/>
              </a:solidFill>
              <a:ln w="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9" name="film-hole-r-0"/>
              <p:cNvSpPr>
                <a:spLocks noGrp="1"/>
              </p:cNvSpPr>
              <p:nvPr/>
            </p:nvSpPr>
            <p:spPr>
              <a:xfrm>
                <a:off x="2760" y="4680"/>
                <a:ext cx="120" cy="240"/>
              </a:xfrm>
              <a:prstGeom prst="roundRect">
                <a:avLst>
                  <a:gd name="adj" fmla="val 12500"/>
                </a:avLst>
              </a:prstGeom>
              <a:solidFill>
                <a:srgbClr val="FFFFFF"/>
              </a:solidFill>
              <a:ln w="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0" name="film-hole-l-1"/>
              <p:cNvSpPr>
                <a:spLocks noGrp="1"/>
              </p:cNvSpPr>
              <p:nvPr/>
            </p:nvSpPr>
            <p:spPr>
              <a:xfrm>
                <a:off x="1350" y="5310"/>
                <a:ext cx="120" cy="240"/>
              </a:xfrm>
              <a:prstGeom prst="roundRect">
                <a:avLst>
                  <a:gd name="adj" fmla="val 12500"/>
                </a:avLst>
              </a:prstGeom>
              <a:solidFill>
                <a:srgbClr val="FFFFFF"/>
              </a:solidFill>
              <a:ln w="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1" name="film-hole-r-1"/>
              <p:cNvSpPr>
                <a:spLocks noGrp="1"/>
              </p:cNvSpPr>
              <p:nvPr/>
            </p:nvSpPr>
            <p:spPr>
              <a:xfrm>
                <a:off x="2760" y="5310"/>
                <a:ext cx="120" cy="240"/>
              </a:xfrm>
              <a:prstGeom prst="roundRect">
                <a:avLst>
                  <a:gd name="adj" fmla="val 12500"/>
                </a:avLst>
              </a:prstGeom>
              <a:solidFill>
                <a:srgbClr val="FFFFFF"/>
              </a:solidFill>
              <a:ln w="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2" name="film-hole-l-2"/>
              <p:cNvSpPr>
                <a:spLocks noGrp="1"/>
              </p:cNvSpPr>
              <p:nvPr/>
            </p:nvSpPr>
            <p:spPr>
              <a:xfrm>
                <a:off x="1350" y="5940"/>
                <a:ext cx="120" cy="240"/>
              </a:xfrm>
              <a:prstGeom prst="roundRect">
                <a:avLst>
                  <a:gd name="adj" fmla="val 12500"/>
                </a:avLst>
              </a:prstGeom>
              <a:solidFill>
                <a:srgbClr val="FFFFFF"/>
              </a:solidFill>
              <a:ln w="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3" name="film-hole-r-2"/>
              <p:cNvSpPr>
                <a:spLocks noGrp="1"/>
              </p:cNvSpPr>
              <p:nvPr/>
            </p:nvSpPr>
            <p:spPr>
              <a:xfrm>
                <a:off x="2760" y="5940"/>
                <a:ext cx="120" cy="240"/>
              </a:xfrm>
              <a:prstGeom prst="roundRect">
                <a:avLst>
                  <a:gd name="adj" fmla="val 12500"/>
                </a:avLst>
              </a:prstGeom>
              <a:solidFill>
                <a:srgbClr val="FFFFFF"/>
              </a:solidFill>
              <a:ln w="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4" name="film-hole-l-3"/>
              <p:cNvSpPr>
                <a:spLocks noGrp="1"/>
              </p:cNvSpPr>
              <p:nvPr/>
            </p:nvSpPr>
            <p:spPr>
              <a:xfrm>
                <a:off x="1350" y="6570"/>
                <a:ext cx="120" cy="240"/>
              </a:xfrm>
              <a:prstGeom prst="roundRect">
                <a:avLst>
                  <a:gd name="adj" fmla="val 12500"/>
                </a:avLst>
              </a:prstGeom>
              <a:solidFill>
                <a:srgbClr val="FFFFFF"/>
              </a:solidFill>
              <a:ln w="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6" name="film-hole-r-3"/>
              <p:cNvSpPr>
                <a:spLocks noGrp="1"/>
              </p:cNvSpPr>
              <p:nvPr/>
            </p:nvSpPr>
            <p:spPr>
              <a:xfrm>
                <a:off x="2760" y="6570"/>
                <a:ext cx="120" cy="240"/>
              </a:xfrm>
              <a:prstGeom prst="roundRect">
                <a:avLst>
                  <a:gd name="adj" fmla="val 12500"/>
                </a:avLst>
              </a:prstGeom>
              <a:solidFill>
                <a:srgbClr val="FFFFFF"/>
              </a:solidFill>
              <a:ln w="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" name="film-hole-l-4"/>
              <p:cNvSpPr>
                <a:spLocks noGrp="1"/>
              </p:cNvSpPr>
              <p:nvPr/>
            </p:nvSpPr>
            <p:spPr>
              <a:xfrm>
                <a:off x="1350" y="7200"/>
                <a:ext cx="120" cy="240"/>
              </a:xfrm>
              <a:prstGeom prst="roundRect">
                <a:avLst>
                  <a:gd name="adj" fmla="val 12500"/>
                </a:avLst>
              </a:prstGeom>
              <a:solidFill>
                <a:srgbClr val="FFFFFF"/>
              </a:solidFill>
              <a:ln w="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8" name="film-hole-r-4"/>
              <p:cNvSpPr>
                <a:spLocks noGrp="1"/>
              </p:cNvSpPr>
              <p:nvPr/>
            </p:nvSpPr>
            <p:spPr>
              <a:xfrm>
                <a:off x="2760" y="7200"/>
                <a:ext cx="120" cy="240"/>
              </a:xfrm>
              <a:prstGeom prst="roundRect">
                <a:avLst>
                  <a:gd name="adj" fmla="val 12500"/>
                </a:avLst>
              </a:prstGeom>
              <a:solidFill>
                <a:srgbClr val="FFFFFF"/>
              </a:solidFill>
              <a:ln w="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9" name="film-hole-l-5"/>
              <p:cNvSpPr>
                <a:spLocks noGrp="1"/>
              </p:cNvSpPr>
              <p:nvPr/>
            </p:nvSpPr>
            <p:spPr>
              <a:xfrm>
                <a:off x="1350" y="7830"/>
                <a:ext cx="120" cy="240"/>
              </a:xfrm>
              <a:prstGeom prst="roundRect">
                <a:avLst>
                  <a:gd name="adj" fmla="val 12500"/>
                </a:avLst>
              </a:prstGeom>
              <a:solidFill>
                <a:srgbClr val="FFFFFF"/>
              </a:solidFill>
              <a:ln w="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0" name="film-hole-r-5"/>
              <p:cNvSpPr>
                <a:spLocks noGrp="1"/>
              </p:cNvSpPr>
              <p:nvPr/>
            </p:nvSpPr>
            <p:spPr>
              <a:xfrm>
                <a:off x="2760" y="7830"/>
                <a:ext cx="120" cy="240"/>
              </a:xfrm>
              <a:prstGeom prst="roundRect">
                <a:avLst>
                  <a:gd name="adj" fmla="val 12500"/>
                </a:avLst>
              </a:prstGeom>
              <a:solidFill>
                <a:srgbClr val="FFFFFF"/>
              </a:solidFill>
              <a:ln w="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1" name="film-hole-l-6"/>
              <p:cNvSpPr>
                <a:spLocks noGrp="1"/>
              </p:cNvSpPr>
              <p:nvPr/>
            </p:nvSpPr>
            <p:spPr>
              <a:xfrm>
                <a:off x="1350" y="8460"/>
                <a:ext cx="120" cy="240"/>
              </a:xfrm>
              <a:prstGeom prst="roundRect">
                <a:avLst>
                  <a:gd name="adj" fmla="val 12500"/>
                </a:avLst>
              </a:prstGeom>
              <a:solidFill>
                <a:srgbClr val="FFFFFF"/>
              </a:solidFill>
              <a:ln w="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2" name="film-hole-r-6"/>
              <p:cNvSpPr>
                <a:spLocks noGrp="1"/>
              </p:cNvSpPr>
              <p:nvPr/>
            </p:nvSpPr>
            <p:spPr>
              <a:xfrm>
                <a:off x="2760" y="8460"/>
                <a:ext cx="120" cy="240"/>
              </a:xfrm>
              <a:prstGeom prst="roundRect">
                <a:avLst>
                  <a:gd name="adj" fmla="val 12500"/>
                </a:avLst>
              </a:prstGeom>
              <a:solidFill>
                <a:srgbClr val="FFFFFF"/>
              </a:solidFill>
              <a:ln w="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1" name="input-ellipsis"/>
              <p:cNvSpPr>
                <a:spLocks noGrp="1"/>
              </p:cNvSpPr>
              <p:nvPr/>
            </p:nvSpPr>
            <p:spPr>
              <a:xfrm>
                <a:off x="1769" y="9350"/>
                <a:ext cx="660" cy="675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28575" tIns="19050" rIns="28575" bIns="19050" anchor="ctr">
                <a:normAutofit/>
              </a:bodyPr>
              <a:lstStyle/>
              <a:p>
                <a:pPr algn="ctr">
                  <a:lnSpc>
                    <a:spcPct val="93000"/>
                  </a:lnSpc>
                  <a:buNone/>
                  <a:defRPr sz="2250" b="1">
                    <a:solidFill>
                      <a:srgbClr val="172033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2250" b="1" dirty="0">
                    <a:solidFill>
                      <a:srgbClr val="172033"/>
                    </a:solidFill>
                    <a:latin typeface="Aptos"/>
                    <a:ea typeface="Aptos"/>
                    <a:cs typeface="Aptos"/>
                  </a:rPr>
                  <a:t>⋮</a:t>
                </a:r>
                <a:endParaRPr sz="2250" b="1" dirty="0">
                  <a:solidFill>
                    <a:srgbClr val="172033"/>
                  </a:solidFill>
                  <a:latin typeface="Aptos"/>
                  <a:ea typeface="Aptos"/>
                  <a:cs typeface="Aptos"/>
                </a:endParaRPr>
              </a:p>
            </p:txBody>
          </p:sp>
          <p:pic>
            <p:nvPicPr>
              <p:cNvPr id="392" name="图片 391" descr="截屏2026-08-28 02.35.55"/>
              <p:cNvPicPr>
                <a:picLocks noChangeAspect="1"/>
              </p:cNvPicPr>
              <p:nvPr/>
            </p:nvPicPr>
            <p:blipFill>
              <a:blip r:embed="rId5"/>
              <a:srcRect b="2199"/>
              <a:stretch>
                <a:fillRect/>
              </a:stretch>
            </p:blipFill>
            <p:spPr>
              <a:xfrm>
                <a:off x="1545" y="4585"/>
                <a:ext cx="1140" cy="1063"/>
              </a:xfrm>
              <a:prstGeom prst="rect">
                <a:avLst/>
              </a:prstGeom>
            </p:spPr>
          </p:pic>
          <p:pic>
            <p:nvPicPr>
              <p:cNvPr id="393" name="图片 392" descr="截屏2026-08-28 02.35.55"/>
              <p:cNvPicPr>
                <a:picLocks noChangeAspect="1"/>
              </p:cNvPicPr>
              <p:nvPr/>
            </p:nvPicPr>
            <p:blipFill>
              <a:blip r:embed="rId5"/>
              <a:srcRect b="2199"/>
              <a:stretch>
                <a:fillRect/>
              </a:stretch>
            </p:blipFill>
            <p:spPr>
              <a:xfrm>
                <a:off x="1545" y="5760"/>
                <a:ext cx="1140" cy="1063"/>
              </a:xfrm>
              <a:prstGeom prst="rect">
                <a:avLst/>
              </a:prstGeom>
            </p:spPr>
          </p:pic>
          <p:pic>
            <p:nvPicPr>
              <p:cNvPr id="394" name="图片 393" descr="截屏2026-08-28 02.35.55"/>
              <p:cNvPicPr>
                <a:picLocks noChangeAspect="1"/>
              </p:cNvPicPr>
              <p:nvPr/>
            </p:nvPicPr>
            <p:blipFill>
              <a:blip r:embed="rId5"/>
              <a:srcRect b="2199"/>
              <a:stretch>
                <a:fillRect/>
              </a:stretch>
            </p:blipFill>
            <p:spPr>
              <a:xfrm>
                <a:off x="1545" y="6930"/>
                <a:ext cx="1140" cy="1063"/>
              </a:xfrm>
              <a:prstGeom prst="rect">
                <a:avLst/>
              </a:prstGeom>
            </p:spPr>
          </p:pic>
          <p:pic>
            <p:nvPicPr>
              <p:cNvPr id="395" name="图片 394" descr="截屏2026-08-28 02.35.55"/>
              <p:cNvPicPr>
                <a:picLocks noChangeAspect="1"/>
              </p:cNvPicPr>
              <p:nvPr/>
            </p:nvPicPr>
            <p:blipFill>
              <a:blip r:embed="rId5"/>
              <a:srcRect b="2199"/>
              <a:stretch>
                <a:fillRect/>
              </a:stretch>
            </p:blipFill>
            <p:spPr>
              <a:xfrm>
                <a:off x="1545" y="8115"/>
                <a:ext cx="1140" cy="1063"/>
              </a:xfrm>
              <a:prstGeom prst="rect">
                <a:avLst/>
              </a:prstGeom>
            </p:spPr>
          </p:pic>
          <p:sp>
            <p:nvSpPr>
              <p:cNvPr id="396" name="film-hole-l-6"/>
              <p:cNvSpPr>
                <a:spLocks noGrp="1"/>
              </p:cNvSpPr>
              <p:nvPr/>
            </p:nvSpPr>
            <p:spPr>
              <a:xfrm>
                <a:off x="1350" y="8965"/>
                <a:ext cx="120" cy="240"/>
              </a:xfrm>
              <a:prstGeom prst="roundRect">
                <a:avLst>
                  <a:gd name="adj" fmla="val 12500"/>
                </a:avLst>
              </a:prstGeom>
              <a:solidFill>
                <a:srgbClr val="FFFFFF"/>
              </a:solidFill>
              <a:ln w="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7" name="film-hole-r-6"/>
              <p:cNvSpPr>
                <a:spLocks noGrp="1"/>
              </p:cNvSpPr>
              <p:nvPr/>
            </p:nvSpPr>
            <p:spPr>
              <a:xfrm>
                <a:off x="2760" y="8965"/>
                <a:ext cx="120" cy="240"/>
              </a:xfrm>
              <a:prstGeom prst="roundRect">
                <a:avLst>
                  <a:gd name="adj" fmla="val 12500"/>
                </a:avLst>
              </a:prstGeom>
              <a:solidFill>
                <a:srgbClr val="FFFFFF"/>
              </a:solidFill>
              <a:ln w="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" name="文本框 12"/>
            <p:cNvSpPr txBox="1"/>
            <p:nvPr/>
          </p:nvSpPr>
          <p:spPr>
            <a:xfrm>
              <a:off x="7030" y="820"/>
              <a:ext cx="291" cy="5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dirty="0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3920" y="1380"/>
              <a:ext cx="291" cy="5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790</Words>
  <Application>WPS 演示</Application>
  <PresentationFormat>自定义</PresentationFormat>
  <Paragraphs>106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宋体</vt:lpstr>
      <vt:lpstr>Wingdings</vt:lpstr>
      <vt:lpstr>Aptos</vt:lpstr>
      <vt:lpstr>Helvetica Neue</vt:lpstr>
      <vt:lpstr>Times New Roman</vt:lpstr>
      <vt:lpstr>Calibri</vt:lpstr>
      <vt:lpstr>汉仪书宋二KW</vt:lpstr>
      <vt:lpstr>华文仿宋</vt:lpstr>
      <vt:lpstr>微软雅黑</vt:lpstr>
      <vt:lpstr>汉仪旗黑</vt:lpstr>
      <vt:lpstr>宋体</vt:lpstr>
      <vt:lpstr>Arial Unicode MS</vt:lpstr>
      <vt:lpstr>Aptos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丁玉清</cp:lastModifiedBy>
  <cp:revision>10</cp:revision>
  <dcterms:created xsi:type="dcterms:W3CDTF">2026-08-28T03:51:52Z</dcterms:created>
  <dcterms:modified xsi:type="dcterms:W3CDTF">2026-08-28T03:51:52Z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2052-12.1.25201.25201</vt:lpwstr>
  </property>
  <property fmtid="{D5CDD505-2E9C-101B-9397-08002B2CF9AE}" pid="3" name="ICV">
    <vt:lpwstr>387B6826F714043BD805916A97AC58D3_43</vt:lpwstr>
  </property>
</Properties>
</file>